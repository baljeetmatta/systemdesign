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2" r:id="rId1"/>
  </p:sldMasterIdLst>
  <p:notesMasterIdLst>
    <p:notesMasterId r:id="rId48"/>
  </p:notesMasterIdLst>
  <p:sldIdLst>
    <p:sldId id="256" r:id="rId2"/>
    <p:sldId id="257" r:id="rId3"/>
    <p:sldId id="258" r:id="rId4"/>
    <p:sldId id="259" r:id="rId5"/>
    <p:sldId id="260" r:id="rId6"/>
    <p:sldId id="261" r:id="rId7"/>
    <p:sldId id="262" r:id="rId8"/>
    <p:sldId id="264" r:id="rId9"/>
    <p:sldId id="263" r:id="rId10"/>
    <p:sldId id="266" r:id="rId11"/>
    <p:sldId id="265" r:id="rId12"/>
    <p:sldId id="267" r:id="rId13"/>
    <p:sldId id="268" r:id="rId14"/>
    <p:sldId id="269" r:id="rId15"/>
    <p:sldId id="270" r:id="rId16"/>
    <p:sldId id="274" r:id="rId17"/>
    <p:sldId id="275" r:id="rId18"/>
    <p:sldId id="277" r:id="rId19"/>
    <p:sldId id="276" r:id="rId20"/>
    <p:sldId id="278" r:id="rId21"/>
    <p:sldId id="279" r:id="rId22"/>
    <p:sldId id="280" r:id="rId23"/>
    <p:sldId id="281" r:id="rId24"/>
    <p:sldId id="282" r:id="rId25"/>
    <p:sldId id="287" r:id="rId26"/>
    <p:sldId id="283" r:id="rId27"/>
    <p:sldId id="284" r:id="rId28"/>
    <p:sldId id="285" r:id="rId29"/>
    <p:sldId id="286" r:id="rId30"/>
    <p:sldId id="288" r:id="rId31"/>
    <p:sldId id="271" r:id="rId32"/>
    <p:sldId id="272" r:id="rId33"/>
    <p:sldId id="273" r:id="rId34"/>
    <p:sldId id="289" r:id="rId35"/>
    <p:sldId id="290" r:id="rId36"/>
    <p:sldId id="296" r:id="rId37"/>
    <p:sldId id="291" r:id="rId38"/>
    <p:sldId id="292" r:id="rId39"/>
    <p:sldId id="293" r:id="rId40"/>
    <p:sldId id="294" r:id="rId41"/>
    <p:sldId id="295" r:id="rId42"/>
    <p:sldId id="297" r:id="rId43"/>
    <p:sldId id="298" r:id="rId44"/>
    <p:sldId id="299" r:id="rId45"/>
    <p:sldId id="300" r:id="rId46"/>
    <p:sldId id="301"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2D8C9D4-74D1-4EA3-88B2-A56555C2B186}">
          <p14:sldIdLst>
            <p14:sldId id="256"/>
            <p14:sldId id="257"/>
            <p14:sldId id="258"/>
            <p14:sldId id="259"/>
            <p14:sldId id="260"/>
            <p14:sldId id="261"/>
            <p14:sldId id="262"/>
            <p14:sldId id="264"/>
            <p14:sldId id="263"/>
            <p14:sldId id="266"/>
            <p14:sldId id="265"/>
            <p14:sldId id="267"/>
            <p14:sldId id="268"/>
            <p14:sldId id="269"/>
            <p14:sldId id="270"/>
          </p14:sldIdLst>
        </p14:section>
        <p14:section name="CPU Scheduling" id="{206D4B26-6A59-4B43-90C1-AD9FF91031A8}">
          <p14:sldIdLst>
            <p14:sldId id="274"/>
            <p14:sldId id="275"/>
            <p14:sldId id="277"/>
            <p14:sldId id="276"/>
            <p14:sldId id="278"/>
            <p14:sldId id="279"/>
            <p14:sldId id="280"/>
            <p14:sldId id="281"/>
            <p14:sldId id="282"/>
            <p14:sldId id="287"/>
            <p14:sldId id="283"/>
            <p14:sldId id="284"/>
            <p14:sldId id="285"/>
            <p14:sldId id="286"/>
            <p14:sldId id="288"/>
          </p14:sldIdLst>
        </p14:section>
        <p14:section name="IPC" id="{89CD9D41-FDCC-4325-AFE7-1A80CC7526BC}">
          <p14:sldIdLst>
            <p14:sldId id="271"/>
            <p14:sldId id="272"/>
            <p14:sldId id="273"/>
            <p14:sldId id="289"/>
            <p14:sldId id="290"/>
            <p14:sldId id="296"/>
            <p14:sldId id="291"/>
            <p14:sldId id="292"/>
            <p14:sldId id="293"/>
            <p14:sldId id="294"/>
            <p14:sldId id="295"/>
            <p14:sldId id="297"/>
            <p14:sldId id="298"/>
            <p14:sldId id="299"/>
            <p14:sldId id="300"/>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2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eep Rana" userId="72239b369d495c10" providerId="LiveId" clId="{F1695BC8-FBF2-432E-B51B-63CE0290C6B2}"/>
    <pc:docChg chg="undo redo custSel addSld delSld modSld sldOrd addSection delSection modSection">
      <pc:chgData name="Sandeep Rana" userId="72239b369d495c10" providerId="LiveId" clId="{F1695BC8-FBF2-432E-B51B-63CE0290C6B2}" dt="2023-12-06T10:15:18.524" v="4079" actId="20577"/>
      <pc:docMkLst>
        <pc:docMk/>
      </pc:docMkLst>
      <pc:sldChg chg="delSp modSp new mod">
        <pc:chgData name="Sandeep Rana" userId="72239b369d495c10" providerId="LiveId" clId="{F1695BC8-FBF2-432E-B51B-63CE0290C6B2}" dt="2023-12-05T09:33:39.736" v="1396" actId="478"/>
        <pc:sldMkLst>
          <pc:docMk/>
          <pc:sldMk cId="94812445" sldId="256"/>
        </pc:sldMkLst>
        <pc:spChg chg="mod">
          <ac:chgData name="Sandeep Rana" userId="72239b369d495c10" providerId="LiveId" clId="{F1695BC8-FBF2-432E-B51B-63CE0290C6B2}" dt="2023-12-05T09:31:03.529" v="1349"/>
          <ac:spMkLst>
            <pc:docMk/>
            <pc:sldMk cId="94812445" sldId="256"/>
            <ac:spMk id="2" creationId="{BBB556D6-8B5E-59CE-5BB9-D2909774C081}"/>
          </ac:spMkLst>
        </pc:spChg>
        <pc:spChg chg="del mod">
          <ac:chgData name="Sandeep Rana" userId="72239b369d495c10" providerId="LiveId" clId="{F1695BC8-FBF2-432E-B51B-63CE0290C6B2}" dt="2023-12-05T09:33:39.736" v="1396" actId="478"/>
          <ac:spMkLst>
            <pc:docMk/>
            <pc:sldMk cId="94812445" sldId="256"/>
            <ac:spMk id="3" creationId="{D6F61756-83D1-33D8-8F79-BA9EB64F8367}"/>
          </ac:spMkLst>
        </pc:spChg>
      </pc:sldChg>
      <pc:sldChg chg="modSp new mod">
        <pc:chgData name="Sandeep Rana" userId="72239b369d495c10" providerId="LiveId" clId="{F1695BC8-FBF2-432E-B51B-63CE0290C6B2}" dt="2023-12-05T09:31:03.529" v="1349"/>
        <pc:sldMkLst>
          <pc:docMk/>
          <pc:sldMk cId="916147287" sldId="257"/>
        </pc:sldMkLst>
        <pc:spChg chg="mod">
          <ac:chgData name="Sandeep Rana" userId="72239b369d495c10" providerId="LiveId" clId="{F1695BC8-FBF2-432E-B51B-63CE0290C6B2}" dt="2023-12-05T09:31:03.529" v="1349"/>
          <ac:spMkLst>
            <pc:docMk/>
            <pc:sldMk cId="916147287" sldId="257"/>
            <ac:spMk id="2" creationId="{2A026A31-87BA-BD62-DA05-A086EA86FD54}"/>
          </ac:spMkLst>
        </pc:spChg>
        <pc:spChg chg="mod">
          <ac:chgData name="Sandeep Rana" userId="72239b369d495c10" providerId="LiveId" clId="{F1695BC8-FBF2-432E-B51B-63CE0290C6B2}" dt="2023-12-05T09:31:03.529" v="1349"/>
          <ac:spMkLst>
            <pc:docMk/>
            <pc:sldMk cId="916147287" sldId="257"/>
            <ac:spMk id="3" creationId="{36E516A9-C9BC-5F71-4591-F7580DF2184D}"/>
          </ac:spMkLst>
        </pc:spChg>
      </pc:sldChg>
      <pc:sldChg chg="new del">
        <pc:chgData name="Sandeep Rana" userId="72239b369d495c10" providerId="LiveId" clId="{F1695BC8-FBF2-432E-B51B-63CE0290C6B2}" dt="2023-12-05T08:03:42.489" v="77" actId="2696"/>
        <pc:sldMkLst>
          <pc:docMk/>
          <pc:sldMk cId="391763520" sldId="258"/>
        </pc:sldMkLst>
      </pc:sldChg>
      <pc:sldChg chg="addSp delSp modSp add mod">
        <pc:chgData name="Sandeep Rana" userId="72239b369d495c10" providerId="LiveId" clId="{F1695BC8-FBF2-432E-B51B-63CE0290C6B2}" dt="2023-12-05T09:31:03.529" v="1349"/>
        <pc:sldMkLst>
          <pc:docMk/>
          <pc:sldMk cId="1778054030" sldId="258"/>
        </pc:sldMkLst>
        <pc:spChg chg="mod">
          <ac:chgData name="Sandeep Rana" userId="72239b369d495c10" providerId="LiveId" clId="{F1695BC8-FBF2-432E-B51B-63CE0290C6B2}" dt="2023-12-05T09:31:03.529" v="1349"/>
          <ac:spMkLst>
            <pc:docMk/>
            <pc:sldMk cId="1778054030" sldId="258"/>
            <ac:spMk id="2" creationId="{2A026A31-87BA-BD62-DA05-A086EA86FD54}"/>
          </ac:spMkLst>
        </pc:spChg>
        <pc:spChg chg="mod">
          <ac:chgData name="Sandeep Rana" userId="72239b369d495c10" providerId="LiveId" clId="{F1695BC8-FBF2-432E-B51B-63CE0290C6B2}" dt="2023-12-05T08:04:25.210" v="120" actId="14100"/>
          <ac:spMkLst>
            <pc:docMk/>
            <pc:sldMk cId="1778054030" sldId="258"/>
            <ac:spMk id="3" creationId="{36E516A9-C9BC-5F71-4591-F7580DF2184D}"/>
          </ac:spMkLst>
        </pc:spChg>
        <pc:spChg chg="add del mod">
          <ac:chgData name="Sandeep Rana" userId="72239b369d495c10" providerId="LiveId" clId="{F1695BC8-FBF2-432E-B51B-63CE0290C6B2}" dt="2023-12-05T08:04:21.254" v="119" actId="767"/>
          <ac:spMkLst>
            <pc:docMk/>
            <pc:sldMk cId="1778054030" sldId="258"/>
            <ac:spMk id="4" creationId="{D533BB2F-714B-53CD-FDF0-4D6DA4403E73}"/>
          </ac:spMkLst>
        </pc:spChg>
        <pc:spChg chg="add mod">
          <ac:chgData name="Sandeep Rana" userId="72239b369d495c10" providerId="LiveId" clId="{F1695BC8-FBF2-432E-B51B-63CE0290C6B2}" dt="2023-12-05T08:08:43.189" v="336" actId="20577"/>
          <ac:spMkLst>
            <pc:docMk/>
            <pc:sldMk cId="1778054030" sldId="258"/>
            <ac:spMk id="5" creationId="{DF9647ED-19BB-5306-3A43-BE29B853F830}"/>
          </ac:spMkLst>
        </pc:spChg>
      </pc:sldChg>
      <pc:sldChg chg="modSp add mod">
        <pc:chgData name="Sandeep Rana" userId="72239b369d495c10" providerId="LiveId" clId="{F1695BC8-FBF2-432E-B51B-63CE0290C6B2}" dt="2023-12-05T09:31:56.824" v="1370" actId="14100"/>
        <pc:sldMkLst>
          <pc:docMk/>
          <pc:sldMk cId="896298353" sldId="259"/>
        </pc:sldMkLst>
        <pc:spChg chg="mod">
          <ac:chgData name="Sandeep Rana" userId="72239b369d495c10" providerId="LiveId" clId="{F1695BC8-FBF2-432E-B51B-63CE0290C6B2}" dt="2023-12-05T09:31:48.518" v="1369" actId="27636"/>
          <ac:spMkLst>
            <pc:docMk/>
            <pc:sldMk cId="896298353" sldId="259"/>
            <ac:spMk id="2" creationId="{2A026A31-87BA-BD62-DA05-A086EA86FD54}"/>
          </ac:spMkLst>
        </pc:spChg>
        <pc:spChg chg="mod">
          <ac:chgData name="Sandeep Rana" userId="72239b369d495c10" providerId="LiveId" clId="{F1695BC8-FBF2-432E-B51B-63CE0290C6B2}" dt="2023-12-05T09:31:56.824" v="1370" actId="14100"/>
          <ac:spMkLst>
            <pc:docMk/>
            <pc:sldMk cId="896298353" sldId="259"/>
            <ac:spMk id="3" creationId="{36E516A9-C9BC-5F71-4591-F7580DF2184D}"/>
          </ac:spMkLst>
        </pc:spChg>
        <pc:spChg chg="mod">
          <ac:chgData name="Sandeep Rana" userId="72239b369d495c10" providerId="LiveId" clId="{F1695BC8-FBF2-432E-B51B-63CE0290C6B2}" dt="2023-12-05T08:14:19.694" v="689" actId="1076"/>
          <ac:spMkLst>
            <pc:docMk/>
            <pc:sldMk cId="896298353" sldId="259"/>
            <ac:spMk id="5" creationId="{DF9647ED-19BB-5306-3A43-BE29B853F830}"/>
          </ac:spMkLst>
        </pc:spChg>
      </pc:sldChg>
      <pc:sldChg chg="addSp delSp modSp add mod">
        <pc:chgData name="Sandeep Rana" userId="72239b369d495c10" providerId="LiveId" clId="{F1695BC8-FBF2-432E-B51B-63CE0290C6B2}" dt="2023-12-05T09:32:07.447" v="1372" actId="27636"/>
        <pc:sldMkLst>
          <pc:docMk/>
          <pc:sldMk cId="1019645265" sldId="260"/>
        </pc:sldMkLst>
        <pc:spChg chg="mod">
          <ac:chgData name="Sandeep Rana" userId="72239b369d495c10" providerId="LiveId" clId="{F1695BC8-FBF2-432E-B51B-63CE0290C6B2}" dt="2023-12-05T09:32:07.447" v="1372" actId="27636"/>
          <ac:spMkLst>
            <pc:docMk/>
            <pc:sldMk cId="1019645265" sldId="260"/>
            <ac:spMk id="2" creationId="{2A026A31-87BA-BD62-DA05-A086EA86FD54}"/>
          </ac:spMkLst>
        </pc:spChg>
        <pc:spChg chg="mod">
          <ac:chgData name="Sandeep Rana" userId="72239b369d495c10" providerId="LiveId" clId="{F1695BC8-FBF2-432E-B51B-63CE0290C6B2}" dt="2023-12-05T08:15:43.905" v="714" actId="20577"/>
          <ac:spMkLst>
            <pc:docMk/>
            <pc:sldMk cId="1019645265" sldId="260"/>
            <ac:spMk id="3" creationId="{36E516A9-C9BC-5F71-4591-F7580DF2184D}"/>
          </ac:spMkLst>
        </pc:spChg>
        <pc:spChg chg="del mod">
          <ac:chgData name="Sandeep Rana" userId="72239b369d495c10" providerId="LiveId" clId="{F1695BC8-FBF2-432E-B51B-63CE0290C6B2}" dt="2023-12-05T08:16:00.575" v="717"/>
          <ac:spMkLst>
            <pc:docMk/>
            <pc:sldMk cId="1019645265" sldId="260"/>
            <ac:spMk id="5" creationId="{DF9647ED-19BB-5306-3A43-BE29B853F830}"/>
          </ac:spMkLst>
        </pc:spChg>
        <pc:spChg chg="add mod">
          <ac:chgData name="Sandeep Rana" userId="72239b369d495c10" providerId="LiveId" clId="{F1695BC8-FBF2-432E-B51B-63CE0290C6B2}" dt="2023-12-05T08:17:39.578" v="741"/>
          <ac:spMkLst>
            <pc:docMk/>
            <pc:sldMk cId="1019645265" sldId="260"/>
            <ac:spMk id="7" creationId="{CD748DF4-3E3D-4C52-E21B-FFF0462A2217}"/>
          </ac:spMkLst>
        </pc:spChg>
        <pc:spChg chg="add mod">
          <ac:chgData name="Sandeep Rana" userId="72239b369d495c10" providerId="LiveId" clId="{F1695BC8-FBF2-432E-B51B-63CE0290C6B2}" dt="2023-12-05T08:19:15.014" v="771" actId="20577"/>
          <ac:spMkLst>
            <pc:docMk/>
            <pc:sldMk cId="1019645265" sldId="260"/>
            <ac:spMk id="8" creationId="{F6329906-C134-93B0-C17E-5B49F485C128}"/>
          </ac:spMkLst>
        </pc:spChg>
        <pc:spChg chg="add mod">
          <ac:chgData name="Sandeep Rana" userId="72239b369d495c10" providerId="LiveId" clId="{F1695BC8-FBF2-432E-B51B-63CE0290C6B2}" dt="2023-12-05T08:19:55.784" v="807" actId="20577"/>
          <ac:spMkLst>
            <pc:docMk/>
            <pc:sldMk cId="1019645265" sldId="260"/>
            <ac:spMk id="11" creationId="{A30308AE-1BB0-86A2-2962-A732CB1398B5}"/>
          </ac:spMkLst>
        </pc:spChg>
        <pc:spChg chg="add mod">
          <ac:chgData name="Sandeep Rana" userId="72239b369d495c10" providerId="LiveId" clId="{F1695BC8-FBF2-432E-B51B-63CE0290C6B2}" dt="2023-12-05T08:20:45.156" v="817"/>
          <ac:spMkLst>
            <pc:docMk/>
            <pc:sldMk cId="1019645265" sldId="260"/>
            <ac:spMk id="13" creationId="{53C6451D-7714-FC36-F6B2-3626AB8B4777}"/>
          </ac:spMkLst>
        </pc:spChg>
        <pc:picChg chg="add mod">
          <ac:chgData name="Sandeep Rana" userId="72239b369d495c10" providerId="LiveId" clId="{F1695BC8-FBF2-432E-B51B-63CE0290C6B2}" dt="2023-12-05T08:16:52.716" v="726" actId="1076"/>
          <ac:picMkLst>
            <pc:docMk/>
            <pc:sldMk cId="1019645265" sldId="260"/>
            <ac:picMk id="1026" creationId="{365511F4-0C27-297A-9D88-5B390424064E}"/>
          </ac:picMkLst>
        </pc:picChg>
        <pc:cxnChg chg="add mod">
          <ac:chgData name="Sandeep Rana" userId="72239b369d495c10" providerId="LiveId" clId="{F1695BC8-FBF2-432E-B51B-63CE0290C6B2}" dt="2023-12-05T08:17:11.879" v="738" actId="692"/>
          <ac:cxnSpMkLst>
            <pc:docMk/>
            <pc:sldMk cId="1019645265" sldId="260"/>
            <ac:cxnSpMk id="6" creationId="{51B5B8F2-2652-0FDB-17D6-C16C666EEBCF}"/>
          </ac:cxnSpMkLst>
        </pc:cxnChg>
        <pc:cxnChg chg="add mod">
          <ac:chgData name="Sandeep Rana" userId="72239b369d495c10" providerId="LiveId" clId="{F1695BC8-FBF2-432E-B51B-63CE0290C6B2}" dt="2023-12-05T08:18:15.261" v="746" actId="1076"/>
          <ac:cxnSpMkLst>
            <pc:docMk/>
            <pc:sldMk cId="1019645265" sldId="260"/>
            <ac:cxnSpMk id="9" creationId="{12457D20-A0A1-10A0-26E2-56B6C32E4147}"/>
          </ac:cxnSpMkLst>
        </pc:cxnChg>
        <pc:cxnChg chg="add mod">
          <ac:chgData name="Sandeep Rana" userId="72239b369d495c10" providerId="LiveId" clId="{F1695BC8-FBF2-432E-B51B-63CE0290C6B2}" dt="2023-12-05T08:19:35.211" v="773" actId="1076"/>
          <ac:cxnSpMkLst>
            <pc:docMk/>
            <pc:sldMk cId="1019645265" sldId="260"/>
            <ac:cxnSpMk id="10" creationId="{B7202E82-15B2-4D0D-94E8-BD99F8153F07}"/>
          </ac:cxnSpMkLst>
        </pc:cxnChg>
        <pc:cxnChg chg="add mod">
          <ac:chgData name="Sandeep Rana" userId="72239b369d495c10" providerId="LiveId" clId="{F1695BC8-FBF2-432E-B51B-63CE0290C6B2}" dt="2023-12-05T08:20:06.287" v="809" actId="1076"/>
          <ac:cxnSpMkLst>
            <pc:docMk/>
            <pc:sldMk cId="1019645265" sldId="260"/>
            <ac:cxnSpMk id="12" creationId="{A401176F-825C-1DCE-5DEB-92BC87664DAE}"/>
          </ac:cxnSpMkLst>
        </pc:cxnChg>
      </pc:sldChg>
      <pc:sldChg chg="addSp delSp modSp add mod">
        <pc:chgData name="Sandeep Rana" userId="72239b369d495c10" providerId="LiveId" clId="{F1695BC8-FBF2-432E-B51B-63CE0290C6B2}" dt="2023-12-05T09:32:12.368" v="1374" actId="27636"/>
        <pc:sldMkLst>
          <pc:docMk/>
          <pc:sldMk cId="2966195573" sldId="261"/>
        </pc:sldMkLst>
        <pc:spChg chg="mod">
          <ac:chgData name="Sandeep Rana" userId="72239b369d495c10" providerId="LiveId" clId="{F1695BC8-FBF2-432E-B51B-63CE0290C6B2}" dt="2023-12-05T09:32:12.368" v="1374" actId="27636"/>
          <ac:spMkLst>
            <pc:docMk/>
            <pc:sldMk cId="2966195573" sldId="261"/>
            <ac:spMk id="2" creationId="{2A026A31-87BA-BD62-DA05-A086EA86FD54}"/>
          </ac:spMkLst>
        </pc:spChg>
        <pc:spChg chg="add del mod">
          <ac:chgData name="Sandeep Rana" userId="72239b369d495c10" providerId="LiveId" clId="{F1695BC8-FBF2-432E-B51B-63CE0290C6B2}" dt="2023-12-05T08:29:15.242" v="885" actId="14100"/>
          <ac:spMkLst>
            <pc:docMk/>
            <pc:sldMk cId="2966195573" sldId="261"/>
            <ac:spMk id="3" creationId="{36E516A9-C9BC-5F71-4591-F7580DF2184D}"/>
          </ac:spMkLst>
        </pc:spChg>
        <pc:spChg chg="add del mod">
          <ac:chgData name="Sandeep Rana" userId="72239b369d495c10" providerId="LiveId" clId="{F1695BC8-FBF2-432E-B51B-63CE0290C6B2}" dt="2023-12-05T08:29:04.055" v="877" actId="21"/>
          <ac:spMkLst>
            <pc:docMk/>
            <pc:sldMk cId="2966195573" sldId="261"/>
            <ac:spMk id="4" creationId="{1FC257E2-36EF-4FA0-6C44-BA64B615BEF3}"/>
          </ac:spMkLst>
        </pc:spChg>
        <pc:spChg chg="add del mod">
          <ac:chgData name="Sandeep Rana" userId="72239b369d495c10" providerId="LiveId" clId="{F1695BC8-FBF2-432E-B51B-63CE0290C6B2}" dt="2023-12-05T08:29:20.092" v="887"/>
          <ac:spMkLst>
            <pc:docMk/>
            <pc:sldMk cId="2966195573" sldId="261"/>
            <ac:spMk id="5" creationId="{C8DE8E23-F9D3-D4F9-1196-86D1413625D6}"/>
          </ac:spMkLst>
        </pc:spChg>
        <pc:spChg chg="del">
          <ac:chgData name="Sandeep Rana" userId="72239b369d495c10" providerId="LiveId" clId="{F1695BC8-FBF2-432E-B51B-63CE0290C6B2}" dt="2023-12-05T08:24:01.536" v="848" actId="478"/>
          <ac:spMkLst>
            <pc:docMk/>
            <pc:sldMk cId="2966195573" sldId="261"/>
            <ac:spMk id="7" creationId="{CD748DF4-3E3D-4C52-E21B-FFF0462A2217}"/>
          </ac:spMkLst>
        </pc:spChg>
        <pc:spChg chg="del">
          <ac:chgData name="Sandeep Rana" userId="72239b369d495c10" providerId="LiveId" clId="{F1695BC8-FBF2-432E-B51B-63CE0290C6B2}" dt="2023-12-05T08:24:25.212" v="854" actId="478"/>
          <ac:spMkLst>
            <pc:docMk/>
            <pc:sldMk cId="2966195573" sldId="261"/>
            <ac:spMk id="8" creationId="{F6329906-C134-93B0-C17E-5B49F485C128}"/>
          </ac:spMkLst>
        </pc:spChg>
        <pc:spChg chg="del">
          <ac:chgData name="Sandeep Rana" userId="72239b369d495c10" providerId="LiveId" clId="{F1695BC8-FBF2-432E-B51B-63CE0290C6B2}" dt="2023-12-05T08:24:19.207" v="852" actId="478"/>
          <ac:spMkLst>
            <pc:docMk/>
            <pc:sldMk cId="2966195573" sldId="261"/>
            <ac:spMk id="11" creationId="{A30308AE-1BB0-86A2-2962-A732CB1398B5}"/>
          </ac:spMkLst>
        </pc:spChg>
        <pc:spChg chg="del">
          <ac:chgData name="Sandeep Rana" userId="72239b369d495c10" providerId="LiveId" clId="{F1695BC8-FBF2-432E-B51B-63CE0290C6B2}" dt="2023-12-05T08:24:08.789" v="850" actId="478"/>
          <ac:spMkLst>
            <pc:docMk/>
            <pc:sldMk cId="2966195573" sldId="261"/>
            <ac:spMk id="13" creationId="{53C6451D-7714-FC36-F6B2-3626AB8B4777}"/>
          </ac:spMkLst>
        </pc:spChg>
        <pc:spChg chg="add del">
          <ac:chgData name="Sandeep Rana" userId="72239b369d495c10" providerId="LiveId" clId="{F1695BC8-FBF2-432E-B51B-63CE0290C6B2}" dt="2023-12-05T08:32:12.053" v="902"/>
          <ac:spMkLst>
            <pc:docMk/>
            <pc:sldMk cId="2966195573" sldId="261"/>
            <ac:spMk id="15" creationId="{944EACB5-4987-AD8C-D38D-63002A54F9FB}"/>
          </ac:spMkLst>
        </pc:spChg>
        <pc:spChg chg="add del">
          <ac:chgData name="Sandeep Rana" userId="72239b369d495c10" providerId="LiveId" clId="{F1695BC8-FBF2-432E-B51B-63CE0290C6B2}" dt="2023-12-05T08:32:24.760" v="904"/>
          <ac:spMkLst>
            <pc:docMk/>
            <pc:sldMk cId="2966195573" sldId="261"/>
            <ac:spMk id="16" creationId="{A47378C9-0E97-4EEC-774D-16DC8B49D2DD}"/>
          </ac:spMkLst>
        </pc:spChg>
        <pc:spChg chg="add del mod">
          <ac:chgData name="Sandeep Rana" userId="72239b369d495c10" providerId="LiveId" clId="{F1695BC8-FBF2-432E-B51B-63CE0290C6B2}" dt="2023-12-05T08:34:03.789" v="908"/>
          <ac:spMkLst>
            <pc:docMk/>
            <pc:sldMk cId="2966195573" sldId="261"/>
            <ac:spMk id="17" creationId="{DECBEAF8-31E8-77BB-EC71-FD4AB79F2D81}"/>
          </ac:spMkLst>
        </pc:spChg>
        <pc:picChg chg="add del mod">
          <ac:chgData name="Sandeep Rana" userId="72239b369d495c10" providerId="LiveId" clId="{F1695BC8-FBF2-432E-B51B-63CE0290C6B2}" dt="2023-12-05T08:29:20.092" v="887"/>
          <ac:picMkLst>
            <pc:docMk/>
            <pc:sldMk cId="2966195573" sldId="261"/>
            <ac:picMk id="14" creationId="{1DCFC01B-F511-5EED-D186-92DF8DEB6A5D}"/>
          </ac:picMkLst>
        </pc:picChg>
        <pc:picChg chg="del">
          <ac:chgData name="Sandeep Rana" userId="72239b369d495c10" providerId="LiveId" clId="{F1695BC8-FBF2-432E-B51B-63CE0290C6B2}" dt="2023-12-05T08:23:56.905" v="847" actId="478"/>
          <ac:picMkLst>
            <pc:docMk/>
            <pc:sldMk cId="2966195573" sldId="261"/>
            <ac:picMk id="1026" creationId="{365511F4-0C27-297A-9D88-5B390424064E}"/>
          </ac:picMkLst>
        </pc:picChg>
        <pc:picChg chg="add del mod">
          <ac:chgData name="Sandeep Rana" userId="72239b369d495c10" providerId="LiveId" clId="{F1695BC8-FBF2-432E-B51B-63CE0290C6B2}" dt="2023-12-05T08:29:08.003" v="883"/>
          <ac:picMkLst>
            <pc:docMk/>
            <pc:sldMk cId="2966195573" sldId="261"/>
            <ac:picMk id="2050" creationId="{5ABE6D08-814D-BE1A-1A8B-C12DB9773777}"/>
          </ac:picMkLst>
        </pc:picChg>
        <pc:picChg chg="add del mod">
          <ac:chgData name="Sandeep Rana" userId="72239b369d495c10" providerId="LiveId" clId="{F1695BC8-FBF2-432E-B51B-63CE0290C6B2}" dt="2023-12-05T08:29:53.050" v="893" actId="478"/>
          <ac:picMkLst>
            <pc:docMk/>
            <pc:sldMk cId="2966195573" sldId="261"/>
            <ac:picMk id="2052" creationId="{FCF448FF-FA08-42D6-74BE-B2E843A59A6B}"/>
          </ac:picMkLst>
        </pc:picChg>
        <pc:picChg chg="add del mod">
          <ac:chgData name="Sandeep Rana" userId="72239b369d495c10" providerId="LiveId" clId="{F1695BC8-FBF2-432E-B51B-63CE0290C6B2}" dt="2023-12-05T08:31:15.908" v="900" actId="478"/>
          <ac:picMkLst>
            <pc:docMk/>
            <pc:sldMk cId="2966195573" sldId="261"/>
            <ac:picMk id="2054" creationId="{8F87E148-5658-C44E-BA4E-650E49D49DDB}"/>
          </ac:picMkLst>
        </pc:picChg>
        <pc:picChg chg="add mod">
          <ac:chgData name="Sandeep Rana" userId="72239b369d495c10" providerId="LiveId" clId="{F1695BC8-FBF2-432E-B51B-63CE0290C6B2}" dt="2023-12-05T08:34:31.234" v="913" actId="14100"/>
          <ac:picMkLst>
            <pc:docMk/>
            <pc:sldMk cId="2966195573" sldId="261"/>
            <ac:picMk id="2062" creationId="{6FB2D32A-7239-42FF-D408-920EEB0F93BD}"/>
          </ac:picMkLst>
        </pc:picChg>
        <pc:cxnChg chg="del">
          <ac:chgData name="Sandeep Rana" userId="72239b369d495c10" providerId="LiveId" clId="{F1695BC8-FBF2-432E-B51B-63CE0290C6B2}" dt="2023-12-05T08:24:04.735" v="849" actId="478"/>
          <ac:cxnSpMkLst>
            <pc:docMk/>
            <pc:sldMk cId="2966195573" sldId="261"/>
            <ac:cxnSpMk id="6" creationId="{51B5B8F2-2652-0FDB-17D6-C16C666EEBCF}"/>
          </ac:cxnSpMkLst>
        </pc:cxnChg>
        <pc:cxnChg chg="del">
          <ac:chgData name="Sandeep Rana" userId="72239b369d495c10" providerId="LiveId" clId="{F1695BC8-FBF2-432E-B51B-63CE0290C6B2}" dt="2023-12-05T08:24:27.802" v="855" actId="478"/>
          <ac:cxnSpMkLst>
            <pc:docMk/>
            <pc:sldMk cId="2966195573" sldId="261"/>
            <ac:cxnSpMk id="9" creationId="{12457D20-A0A1-10A0-26E2-56B6C32E4147}"/>
          </ac:cxnSpMkLst>
        </pc:cxnChg>
        <pc:cxnChg chg="del">
          <ac:chgData name="Sandeep Rana" userId="72239b369d495c10" providerId="LiveId" clId="{F1695BC8-FBF2-432E-B51B-63CE0290C6B2}" dt="2023-12-05T08:24:21.785" v="853" actId="478"/>
          <ac:cxnSpMkLst>
            <pc:docMk/>
            <pc:sldMk cId="2966195573" sldId="261"/>
            <ac:cxnSpMk id="10" creationId="{B7202E82-15B2-4D0D-94E8-BD99F8153F07}"/>
          </ac:cxnSpMkLst>
        </pc:cxnChg>
        <pc:cxnChg chg="del">
          <ac:chgData name="Sandeep Rana" userId="72239b369d495c10" providerId="LiveId" clId="{F1695BC8-FBF2-432E-B51B-63CE0290C6B2}" dt="2023-12-05T08:24:11.580" v="851" actId="478"/>
          <ac:cxnSpMkLst>
            <pc:docMk/>
            <pc:sldMk cId="2966195573" sldId="261"/>
            <ac:cxnSpMk id="12" creationId="{A401176F-825C-1DCE-5DEB-92BC87664DAE}"/>
          </ac:cxnSpMkLst>
        </pc:cxnChg>
      </pc:sldChg>
      <pc:sldChg chg="delSp modSp add mod">
        <pc:chgData name="Sandeep Rana" userId="72239b369d495c10" providerId="LiveId" clId="{F1695BC8-FBF2-432E-B51B-63CE0290C6B2}" dt="2023-12-05T09:32:20.537" v="1376" actId="27636"/>
        <pc:sldMkLst>
          <pc:docMk/>
          <pc:sldMk cId="2575275038" sldId="262"/>
        </pc:sldMkLst>
        <pc:spChg chg="mod">
          <ac:chgData name="Sandeep Rana" userId="72239b369d495c10" providerId="LiveId" clId="{F1695BC8-FBF2-432E-B51B-63CE0290C6B2}" dt="2023-12-05T09:32:20.537" v="1376" actId="27636"/>
          <ac:spMkLst>
            <pc:docMk/>
            <pc:sldMk cId="2575275038" sldId="262"/>
            <ac:spMk id="2" creationId="{2A026A31-87BA-BD62-DA05-A086EA86FD54}"/>
          </ac:spMkLst>
        </pc:spChg>
        <pc:spChg chg="mod">
          <ac:chgData name="Sandeep Rana" userId="72239b369d495c10" providerId="LiveId" clId="{F1695BC8-FBF2-432E-B51B-63CE0290C6B2}" dt="2023-12-05T09:26:52.900" v="1341" actId="27636"/>
          <ac:spMkLst>
            <pc:docMk/>
            <pc:sldMk cId="2575275038" sldId="262"/>
            <ac:spMk id="3" creationId="{36E516A9-C9BC-5F71-4591-F7580DF2184D}"/>
          </ac:spMkLst>
        </pc:spChg>
        <pc:picChg chg="del">
          <ac:chgData name="Sandeep Rana" userId="72239b369d495c10" providerId="LiveId" clId="{F1695BC8-FBF2-432E-B51B-63CE0290C6B2}" dt="2023-12-05T08:36:32.017" v="915" actId="478"/>
          <ac:picMkLst>
            <pc:docMk/>
            <pc:sldMk cId="2575275038" sldId="262"/>
            <ac:picMk id="2062" creationId="{6FB2D32A-7239-42FF-D408-920EEB0F93BD}"/>
          </ac:picMkLst>
        </pc:picChg>
      </pc:sldChg>
      <pc:sldChg chg="modSp add mod">
        <pc:chgData name="Sandeep Rana" userId="72239b369d495c10" providerId="LiveId" clId="{F1695BC8-FBF2-432E-B51B-63CE0290C6B2}" dt="2023-12-05T09:32:34.598" v="1380" actId="27636"/>
        <pc:sldMkLst>
          <pc:docMk/>
          <pc:sldMk cId="214416368" sldId="263"/>
        </pc:sldMkLst>
        <pc:spChg chg="mod">
          <ac:chgData name="Sandeep Rana" userId="72239b369d495c10" providerId="LiveId" clId="{F1695BC8-FBF2-432E-B51B-63CE0290C6B2}" dt="2023-12-05T09:32:34.598" v="1380" actId="27636"/>
          <ac:spMkLst>
            <pc:docMk/>
            <pc:sldMk cId="214416368" sldId="263"/>
            <ac:spMk id="2" creationId="{2A026A31-87BA-BD62-DA05-A086EA86FD54}"/>
          </ac:spMkLst>
        </pc:spChg>
        <pc:spChg chg="mod">
          <ac:chgData name="Sandeep Rana" userId="72239b369d495c10" providerId="LiveId" clId="{F1695BC8-FBF2-432E-B51B-63CE0290C6B2}" dt="2023-12-05T09:31:03.752" v="1351" actId="27636"/>
          <ac:spMkLst>
            <pc:docMk/>
            <pc:sldMk cId="214416368" sldId="263"/>
            <ac:spMk id="3" creationId="{36E516A9-C9BC-5F71-4591-F7580DF2184D}"/>
          </ac:spMkLst>
        </pc:spChg>
      </pc:sldChg>
      <pc:sldChg chg="modSp add mod ord">
        <pc:chgData name="Sandeep Rana" userId="72239b369d495c10" providerId="LiveId" clId="{F1695BC8-FBF2-432E-B51B-63CE0290C6B2}" dt="2023-12-05T09:32:29.379" v="1378" actId="27636"/>
        <pc:sldMkLst>
          <pc:docMk/>
          <pc:sldMk cId="1367047566" sldId="264"/>
        </pc:sldMkLst>
        <pc:spChg chg="mod">
          <ac:chgData name="Sandeep Rana" userId="72239b369d495c10" providerId="LiveId" clId="{F1695BC8-FBF2-432E-B51B-63CE0290C6B2}" dt="2023-12-05T09:32:29.379" v="1378" actId="27636"/>
          <ac:spMkLst>
            <pc:docMk/>
            <pc:sldMk cId="1367047566" sldId="264"/>
            <ac:spMk id="2" creationId="{2A026A31-87BA-BD62-DA05-A086EA86FD54}"/>
          </ac:spMkLst>
        </pc:spChg>
        <pc:spChg chg="mod">
          <ac:chgData name="Sandeep Rana" userId="72239b369d495c10" providerId="LiveId" clId="{F1695BC8-FBF2-432E-B51B-63CE0290C6B2}" dt="2023-12-05T09:31:03.723" v="1350" actId="27636"/>
          <ac:spMkLst>
            <pc:docMk/>
            <pc:sldMk cId="1367047566" sldId="264"/>
            <ac:spMk id="3" creationId="{36E516A9-C9BC-5F71-4591-F7580DF2184D}"/>
          </ac:spMkLst>
        </pc:spChg>
      </pc:sldChg>
      <pc:sldChg chg="modSp add mod">
        <pc:chgData name="Sandeep Rana" userId="72239b369d495c10" providerId="LiveId" clId="{F1695BC8-FBF2-432E-B51B-63CE0290C6B2}" dt="2023-12-05T09:32:57.730" v="1385" actId="27636"/>
        <pc:sldMkLst>
          <pc:docMk/>
          <pc:sldMk cId="4033145297" sldId="265"/>
        </pc:sldMkLst>
        <pc:spChg chg="mod">
          <ac:chgData name="Sandeep Rana" userId="72239b369d495c10" providerId="LiveId" clId="{F1695BC8-FBF2-432E-B51B-63CE0290C6B2}" dt="2023-12-05T09:32:47.958" v="1382" actId="27636"/>
          <ac:spMkLst>
            <pc:docMk/>
            <pc:sldMk cId="4033145297" sldId="265"/>
            <ac:spMk id="2" creationId="{2A026A31-87BA-BD62-DA05-A086EA86FD54}"/>
          </ac:spMkLst>
        </pc:spChg>
        <pc:spChg chg="mod">
          <ac:chgData name="Sandeep Rana" userId="72239b369d495c10" providerId="LiveId" clId="{F1695BC8-FBF2-432E-B51B-63CE0290C6B2}" dt="2023-12-05T09:32:57.730" v="1385" actId="27636"/>
          <ac:spMkLst>
            <pc:docMk/>
            <pc:sldMk cId="4033145297" sldId="265"/>
            <ac:spMk id="3" creationId="{36E516A9-C9BC-5F71-4591-F7580DF2184D}"/>
          </ac:spMkLst>
        </pc:spChg>
      </pc:sldChg>
      <pc:sldChg chg="addSp delSp modSp add mod ord">
        <pc:chgData name="Sandeep Rana" userId="72239b369d495c10" providerId="LiveId" clId="{F1695BC8-FBF2-432E-B51B-63CE0290C6B2}" dt="2023-12-05T09:31:03.755" v="1352" actId="27636"/>
        <pc:sldMkLst>
          <pc:docMk/>
          <pc:sldMk cId="1949762441" sldId="266"/>
        </pc:sldMkLst>
        <pc:spChg chg="mod">
          <ac:chgData name="Sandeep Rana" userId="72239b369d495c10" providerId="LiveId" clId="{F1695BC8-FBF2-432E-B51B-63CE0290C6B2}" dt="2023-12-05T09:31:03.755" v="1352" actId="27636"/>
          <ac:spMkLst>
            <pc:docMk/>
            <pc:sldMk cId="1949762441" sldId="266"/>
            <ac:spMk id="2" creationId="{2A026A31-87BA-BD62-DA05-A086EA86FD54}"/>
          </ac:spMkLst>
        </pc:spChg>
        <pc:spChg chg="del mod">
          <ac:chgData name="Sandeep Rana" userId="72239b369d495c10" providerId="LiveId" clId="{F1695BC8-FBF2-432E-B51B-63CE0290C6B2}" dt="2023-12-05T09:04:10.506" v="1154" actId="478"/>
          <ac:spMkLst>
            <pc:docMk/>
            <pc:sldMk cId="1949762441" sldId="266"/>
            <ac:spMk id="3" creationId="{36E516A9-C9BC-5F71-4591-F7580DF2184D}"/>
          </ac:spMkLst>
        </pc:spChg>
        <pc:spChg chg="add del mod">
          <ac:chgData name="Sandeep Rana" userId="72239b369d495c10" providerId="LiveId" clId="{F1695BC8-FBF2-432E-B51B-63CE0290C6B2}" dt="2023-12-05T09:04:12.938" v="1155" actId="478"/>
          <ac:spMkLst>
            <pc:docMk/>
            <pc:sldMk cId="1949762441" sldId="266"/>
            <ac:spMk id="4" creationId="{42D0DB81-C0D6-6AB1-5821-452CBD1C4DFD}"/>
          </ac:spMkLst>
        </pc:spChg>
        <pc:spChg chg="add mod">
          <ac:chgData name="Sandeep Rana" userId="72239b369d495c10" providerId="LiveId" clId="{F1695BC8-FBF2-432E-B51B-63CE0290C6B2}" dt="2023-12-05T09:05:05.791" v="1189" actId="14100"/>
          <ac:spMkLst>
            <pc:docMk/>
            <pc:sldMk cId="1949762441" sldId="266"/>
            <ac:spMk id="5" creationId="{CCA2188E-9CC4-19BD-76AE-43755065D7BA}"/>
          </ac:spMkLst>
        </pc:spChg>
        <pc:picChg chg="add del">
          <ac:chgData name="Sandeep Rana" userId="72239b369d495c10" providerId="LiveId" clId="{F1695BC8-FBF2-432E-B51B-63CE0290C6B2}" dt="2023-12-05T09:04:10.506" v="1154" actId="478"/>
          <ac:picMkLst>
            <pc:docMk/>
            <pc:sldMk cId="1949762441" sldId="266"/>
            <ac:picMk id="3074" creationId="{1E52E384-AB10-D8CD-530E-9CFE6AAB152A}"/>
          </ac:picMkLst>
        </pc:picChg>
        <pc:picChg chg="add mod">
          <ac:chgData name="Sandeep Rana" userId="72239b369d495c10" providerId="LiveId" clId="{F1695BC8-FBF2-432E-B51B-63CE0290C6B2}" dt="2023-12-05T09:04:34.494" v="1162" actId="14100"/>
          <ac:picMkLst>
            <pc:docMk/>
            <pc:sldMk cId="1949762441" sldId="266"/>
            <ac:picMk id="3076" creationId="{262F197F-FC76-ABB9-1E97-A8F829C5E6C9}"/>
          </ac:picMkLst>
        </pc:picChg>
      </pc:sldChg>
      <pc:sldChg chg="modSp add mod">
        <pc:chgData name="Sandeep Rana" userId="72239b369d495c10" providerId="LiveId" clId="{F1695BC8-FBF2-432E-B51B-63CE0290C6B2}" dt="2023-12-05T09:33:06.950" v="1386" actId="14100"/>
        <pc:sldMkLst>
          <pc:docMk/>
          <pc:sldMk cId="2110769704" sldId="267"/>
        </pc:sldMkLst>
        <pc:spChg chg="mod">
          <ac:chgData name="Sandeep Rana" userId="72239b369d495c10" providerId="LiveId" clId="{F1695BC8-FBF2-432E-B51B-63CE0290C6B2}" dt="2023-12-05T09:33:06.950" v="1386" actId="14100"/>
          <ac:spMkLst>
            <pc:docMk/>
            <pc:sldMk cId="2110769704" sldId="267"/>
            <ac:spMk id="2" creationId="{2A026A31-87BA-BD62-DA05-A086EA86FD54}"/>
          </ac:spMkLst>
        </pc:spChg>
        <pc:spChg chg="mod">
          <ac:chgData name="Sandeep Rana" userId="72239b369d495c10" providerId="LiveId" clId="{F1695BC8-FBF2-432E-B51B-63CE0290C6B2}" dt="2023-12-05T09:18:18.038" v="1290" actId="255"/>
          <ac:spMkLst>
            <pc:docMk/>
            <pc:sldMk cId="2110769704" sldId="267"/>
            <ac:spMk id="3" creationId="{36E516A9-C9BC-5F71-4591-F7580DF2184D}"/>
          </ac:spMkLst>
        </pc:spChg>
      </pc:sldChg>
      <pc:sldChg chg="modSp add mod">
        <pc:chgData name="Sandeep Rana" userId="72239b369d495c10" providerId="LiveId" clId="{F1695BC8-FBF2-432E-B51B-63CE0290C6B2}" dt="2023-12-05T09:33:28.456" v="1395" actId="27636"/>
        <pc:sldMkLst>
          <pc:docMk/>
          <pc:sldMk cId="2895310390" sldId="268"/>
        </pc:sldMkLst>
        <pc:spChg chg="mod">
          <ac:chgData name="Sandeep Rana" userId="72239b369d495c10" providerId="LiveId" clId="{F1695BC8-FBF2-432E-B51B-63CE0290C6B2}" dt="2023-12-05T09:33:13.259" v="1389" actId="1076"/>
          <ac:spMkLst>
            <pc:docMk/>
            <pc:sldMk cId="2895310390" sldId="268"/>
            <ac:spMk id="2" creationId="{2A026A31-87BA-BD62-DA05-A086EA86FD54}"/>
          </ac:spMkLst>
        </pc:spChg>
        <pc:spChg chg="mod">
          <ac:chgData name="Sandeep Rana" userId="72239b369d495c10" providerId="LiveId" clId="{F1695BC8-FBF2-432E-B51B-63CE0290C6B2}" dt="2023-12-05T09:33:28.456" v="1395" actId="27636"/>
          <ac:spMkLst>
            <pc:docMk/>
            <pc:sldMk cId="2895310390" sldId="268"/>
            <ac:spMk id="3" creationId="{36E516A9-C9BC-5F71-4591-F7580DF2184D}"/>
          </ac:spMkLst>
        </pc:spChg>
      </pc:sldChg>
      <pc:sldChg chg="addSp delSp modSp add mod">
        <pc:chgData name="Sandeep Rana" userId="72239b369d495c10" providerId="LiveId" clId="{F1695BC8-FBF2-432E-B51B-63CE0290C6B2}" dt="2023-12-05T10:27:10.390" v="2122" actId="692"/>
        <pc:sldMkLst>
          <pc:docMk/>
          <pc:sldMk cId="3683443900" sldId="269"/>
        </pc:sldMkLst>
        <pc:spChg chg="mod">
          <ac:chgData name="Sandeep Rana" userId="72239b369d495c10" providerId="LiveId" clId="{F1695BC8-FBF2-432E-B51B-63CE0290C6B2}" dt="2023-12-05T10:15:35.823" v="1980" actId="1076"/>
          <ac:spMkLst>
            <pc:docMk/>
            <pc:sldMk cId="3683443900" sldId="269"/>
            <ac:spMk id="2" creationId="{2A026A31-87BA-BD62-DA05-A086EA86FD54}"/>
          </ac:spMkLst>
        </pc:spChg>
        <pc:spChg chg="del mod">
          <ac:chgData name="Sandeep Rana" userId="72239b369d495c10" providerId="LiveId" clId="{F1695BC8-FBF2-432E-B51B-63CE0290C6B2}" dt="2023-12-05T09:36:30.389" v="1400" actId="478"/>
          <ac:spMkLst>
            <pc:docMk/>
            <pc:sldMk cId="3683443900" sldId="269"/>
            <ac:spMk id="3" creationId="{36E516A9-C9BC-5F71-4591-F7580DF2184D}"/>
          </ac:spMkLst>
        </pc:spChg>
        <pc:spChg chg="add del mod">
          <ac:chgData name="Sandeep Rana" userId="72239b369d495c10" providerId="LiveId" clId="{F1695BC8-FBF2-432E-B51B-63CE0290C6B2}" dt="2023-12-05T09:36:37.682" v="1401" actId="478"/>
          <ac:spMkLst>
            <pc:docMk/>
            <pc:sldMk cId="3683443900" sldId="269"/>
            <ac:spMk id="5" creationId="{CDD68D72-E40F-ED49-6C59-55AFBFC1DEF1}"/>
          </ac:spMkLst>
        </pc:spChg>
        <pc:spChg chg="add del">
          <ac:chgData name="Sandeep Rana" userId="72239b369d495c10" providerId="LiveId" clId="{F1695BC8-FBF2-432E-B51B-63CE0290C6B2}" dt="2023-12-05T09:37:02.307" v="1403"/>
          <ac:spMkLst>
            <pc:docMk/>
            <pc:sldMk cId="3683443900" sldId="269"/>
            <ac:spMk id="6" creationId="{0C3227CC-4EFE-D444-1E53-3C555AC05C2F}"/>
          </ac:spMkLst>
        </pc:spChg>
        <pc:spChg chg="add mod">
          <ac:chgData name="Sandeep Rana" userId="72239b369d495c10" providerId="LiveId" clId="{F1695BC8-FBF2-432E-B51B-63CE0290C6B2}" dt="2023-12-05T10:25:19.436" v="2090" actId="1076"/>
          <ac:spMkLst>
            <pc:docMk/>
            <pc:sldMk cId="3683443900" sldId="269"/>
            <ac:spMk id="10" creationId="{FF879539-2115-5131-B4BC-3909C0A5AE19}"/>
          </ac:spMkLst>
        </pc:spChg>
        <pc:spChg chg="add mod">
          <ac:chgData name="Sandeep Rana" userId="72239b369d495c10" providerId="LiveId" clId="{F1695BC8-FBF2-432E-B51B-63CE0290C6B2}" dt="2023-12-05T10:27:10.390" v="2122" actId="692"/>
          <ac:spMkLst>
            <pc:docMk/>
            <pc:sldMk cId="3683443900" sldId="269"/>
            <ac:spMk id="14" creationId="{79A56467-9019-9688-442E-BEAF1A87F6E6}"/>
          </ac:spMkLst>
        </pc:spChg>
        <pc:spChg chg="add del mod">
          <ac:chgData name="Sandeep Rana" userId="72239b369d495c10" providerId="LiveId" clId="{F1695BC8-FBF2-432E-B51B-63CE0290C6B2}" dt="2023-12-05T09:44:06.702" v="1471"/>
          <ac:spMkLst>
            <pc:docMk/>
            <pc:sldMk cId="3683443900" sldId="269"/>
            <ac:spMk id="15" creationId="{EFA02693-A889-4DAE-CF94-83E34B2B2CC3}"/>
          </ac:spMkLst>
        </pc:spChg>
        <pc:spChg chg="add del mod">
          <ac:chgData name="Sandeep Rana" userId="72239b369d495c10" providerId="LiveId" clId="{F1695BC8-FBF2-432E-B51B-63CE0290C6B2}" dt="2023-12-05T09:45:25.886" v="1489" actId="478"/>
          <ac:spMkLst>
            <pc:docMk/>
            <pc:sldMk cId="3683443900" sldId="269"/>
            <ac:spMk id="17" creationId="{9EBD933A-2472-1F7C-8472-6B2ADB95E72E}"/>
          </ac:spMkLst>
        </pc:spChg>
        <pc:spChg chg="add mod">
          <ac:chgData name="Sandeep Rana" userId="72239b369d495c10" providerId="LiveId" clId="{F1695BC8-FBF2-432E-B51B-63CE0290C6B2}" dt="2023-12-05T10:25:19.436" v="2090" actId="1076"/>
          <ac:spMkLst>
            <pc:docMk/>
            <pc:sldMk cId="3683443900" sldId="269"/>
            <ac:spMk id="18" creationId="{9CCA27D1-A4B7-EEBD-3872-CFCF3E2C0C6D}"/>
          </ac:spMkLst>
        </pc:spChg>
        <pc:spChg chg="add mod">
          <ac:chgData name="Sandeep Rana" userId="72239b369d495c10" providerId="LiveId" clId="{F1695BC8-FBF2-432E-B51B-63CE0290C6B2}" dt="2023-12-05T10:25:19.436" v="2090" actId="1076"/>
          <ac:spMkLst>
            <pc:docMk/>
            <pc:sldMk cId="3683443900" sldId="269"/>
            <ac:spMk id="19" creationId="{460C7D7A-AD05-BDFA-0AF7-7D882DCC0D31}"/>
          </ac:spMkLst>
        </pc:spChg>
        <pc:spChg chg="add mod">
          <ac:chgData name="Sandeep Rana" userId="72239b369d495c10" providerId="LiveId" clId="{F1695BC8-FBF2-432E-B51B-63CE0290C6B2}" dt="2023-12-05T10:25:19.436" v="2090" actId="1076"/>
          <ac:spMkLst>
            <pc:docMk/>
            <pc:sldMk cId="3683443900" sldId="269"/>
            <ac:spMk id="20" creationId="{81758C32-399A-3453-F0E8-9812B4DB8407}"/>
          </ac:spMkLst>
        </pc:spChg>
        <pc:spChg chg="add del mod">
          <ac:chgData name="Sandeep Rana" userId="72239b369d495c10" providerId="LiveId" clId="{F1695BC8-FBF2-432E-B51B-63CE0290C6B2}" dt="2023-12-05T09:52:17.166" v="1733" actId="478"/>
          <ac:spMkLst>
            <pc:docMk/>
            <pc:sldMk cId="3683443900" sldId="269"/>
            <ac:spMk id="21" creationId="{A88919AE-E6A3-33FE-7DE6-EB065D12816A}"/>
          </ac:spMkLst>
        </pc:spChg>
        <pc:spChg chg="add del mod">
          <ac:chgData name="Sandeep Rana" userId="72239b369d495c10" providerId="LiveId" clId="{F1695BC8-FBF2-432E-B51B-63CE0290C6B2}" dt="2023-12-05T09:52:19.932" v="1734" actId="478"/>
          <ac:spMkLst>
            <pc:docMk/>
            <pc:sldMk cId="3683443900" sldId="269"/>
            <ac:spMk id="22" creationId="{385FEF58-6170-38F4-D567-8180CD2D1696}"/>
          </ac:spMkLst>
        </pc:spChg>
        <pc:spChg chg="add del mod">
          <ac:chgData name="Sandeep Rana" userId="72239b369d495c10" providerId="LiveId" clId="{F1695BC8-FBF2-432E-B51B-63CE0290C6B2}" dt="2023-12-05T09:52:22.231" v="1735" actId="478"/>
          <ac:spMkLst>
            <pc:docMk/>
            <pc:sldMk cId="3683443900" sldId="269"/>
            <ac:spMk id="23" creationId="{6B0EA310-7676-4BAF-55A8-CA8EE9CCE288}"/>
          </ac:spMkLst>
        </pc:spChg>
        <pc:spChg chg="add del mod">
          <ac:chgData name="Sandeep Rana" userId="72239b369d495c10" providerId="LiveId" clId="{F1695BC8-FBF2-432E-B51B-63CE0290C6B2}" dt="2023-12-05T10:18:49.329" v="2017" actId="478"/>
          <ac:spMkLst>
            <pc:docMk/>
            <pc:sldMk cId="3683443900" sldId="269"/>
            <ac:spMk id="24" creationId="{2A433349-6471-F79F-BE6D-96ABF23DD941}"/>
          </ac:spMkLst>
        </pc:spChg>
        <pc:spChg chg="add mod">
          <ac:chgData name="Sandeep Rana" userId="72239b369d495c10" providerId="LiveId" clId="{F1695BC8-FBF2-432E-B51B-63CE0290C6B2}" dt="2023-12-05T09:53:13.961" v="1738" actId="1076"/>
          <ac:spMkLst>
            <pc:docMk/>
            <pc:sldMk cId="3683443900" sldId="269"/>
            <ac:spMk id="25" creationId="{34DD3124-CAE3-07DE-9F1F-D6F02D0CF6F7}"/>
          </ac:spMkLst>
        </pc:spChg>
        <pc:spChg chg="add mod">
          <ac:chgData name="Sandeep Rana" userId="72239b369d495c10" providerId="LiveId" clId="{F1695BC8-FBF2-432E-B51B-63CE0290C6B2}" dt="2023-12-05T10:25:19.436" v="2090" actId="1076"/>
          <ac:spMkLst>
            <pc:docMk/>
            <pc:sldMk cId="3683443900" sldId="269"/>
            <ac:spMk id="26" creationId="{71247C20-F427-03FF-7FC5-C3DBC0FE139B}"/>
          </ac:spMkLst>
        </pc:spChg>
        <pc:spChg chg="add mod">
          <ac:chgData name="Sandeep Rana" userId="72239b369d495c10" providerId="LiveId" clId="{F1695BC8-FBF2-432E-B51B-63CE0290C6B2}" dt="2023-12-05T10:25:19.436" v="2090" actId="1076"/>
          <ac:spMkLst>
            <pc:docMk/>
            <pc:sldMk cId="3683443900" sldId="269"/>
            <ac:spMk id="27" creationId="{2AFBE4A2-DF76-0F3C-7578-026AADE80E29}"/>
          </ac:spMkLst>
        </pc:spChg>
        <pc:spChg chg="add mod">
          <ac:chgData name="Sandeep Rana" userId="72239b369d495c10" providerId="LiveId" clId="{F1695BC8-FBF2-432E-B51B-63CE0290C6B2}" dt="2023-12-05T10:25:19.436" v="2090" actId="1076"/>
          <ac:spMkLst>
            <pc:docMk/>
            <pc:sldMk cId="3683443900" sldId="269"/>
            <ac:spMk id="28" creationId="{145FE603-DAA2-AB83-9F3C-706370BCB9AA}"/>
          </ac:spMkLst>
        </pc:spChg>
        <pc:spChg chg="add mod">
          <ac:chgData name="Sandeep Rana" userId="72239b369d495c10" providerId="LiveId" clId="{F1695BC8-FBF2-432E-B51B-63CE0290C6B2}" dt="2023-12-05T10:25:19.436" v="2090" actId="1076"/>
          <ac:spMkLst>
            <pc:docMk/>
            <pc:sldMk cId="3683443900" sldId="269"/>
            <ac:spMk id="29" creationId="{B9BDC72B-2541-E8C9-E340-C645D99CB812}"/>
          </ac:spMkLst>
        </pc:spChg>
        <pc:spChg chg="add mod">
          <ac:chgData name="Sandeep Rana" userId="72239b369d495c10" providerId="LiveId" clId="{F1695BC8-FBF2-432E-B51B-63CE0290C6B2}" dt="2023-12-05T10:25:19.436" v="2090" actId="1076"/>
          <ac:spMkLst>
            <pc:docMk/>
            <pc:sldMk cId="3683443900" sldId="269"/>
            <ac:spMk id="30" creationId="{9455CF47-D61A-FB24-73E8-846E61B4388B}"/>
          </ac:spMkLst>
        </pc:spChg>
        <pc:spChg chg="add mod">
          <ac:chgData name="Sandeep Rana" userId="72239b369d495c10" providerId="LiveId" clId="{F1695BC8-FBF2-432E-B51B-63CE0290C6B2}" dt="2023-12-05T10:25:19.436" v="2090" actId="1076"/>
          <ac:spMkLst>
            <pc:docMk/>
            <pc:sldMk cId="3683443900" sldId="269"/>
            <ac:spMk id="31" creationId="{BBA1F36F-7A3E-DD33-73ED-477731FF9D8E}"/>
          </ac:spMkLst>
        </pc:spChg>
        <pc:spChg chg="add mod">
          <ac:chgData name="Sandeep Rana" userId="72239b369d495c10" providerId="LiveId" clId="{F1695BC8-FBF2-432E-B51B-63CE0290C6B2}" dt="2023-12-05T10:25:19.436" v="2090" actId="1076"/>
          <ac:spMkLst>
            <pc:docMk/>
            <pc:sldMk cId="3683443900" sldId="269"/>
            <ac:spMk id="32" creationId="{8BD0A165-6412-3B5A-B800-78E1C29C563D}"/>
          </ac:spMkLst>
        </pc:spChg>
        <pc:spChg chg="add del mod">
          <ac:chgData name="Sandeep Rana" userId="72239b369d495c10" providerId="LiveId" clId="{F1695BC8-FBF2-432E-B51B-63CE0290C6B2}" dt="2023-12-05T10:06:03.605" v="1923" actId="478"/>
          <ac:spMkLst>
            <pc:docMk/>
            <pc:sldMk cId="3683443900" sldId="269"/>
            <ac:spMk id="33" creationId="{995A11BB-BD0A-3C79-B939-2F0A647630AA}"/>
          </ac:spMkLst>
        </pc:spChg>
        <pc:spChg chg="add mod">
          <ac:chgData name="Sandeep Rana" userId="72239b369d495c10" providerId="LiveId" clId="{F1695BC8-FBF2-432E-B51B-63CE0290C6B2}" dt="2023-12-05T10:25:19.436" v="2090" actId="1076"/>
          <ac:spMkLst>
            <pc:docMk/>
            <pc:sldMk cId="3683443900" sldId="269"/>
            <ac:spMk id="34" creationId="{B6C1A6B5-9AAD-BF25-864D-232A294A4631}"/>
          </ac:spMkLst>
        </pc:spChg>
        <pc:spChg chg="add mod">
          <ac:chgData name="Sandeep Rana" userId="72239b369d495c10" providerId="LiveId" clId="{F1695BC8-FBF2-432E-B51B-63CE0290C6B2}" dt="2023-12-05T10:02:45.323" v="1829" actId="1076"/>
          <ac:spMkLst>
            <pc:docMk/>
            <pc:sldMk cId="3683443900" sldId="269"/>
            <ac:spMk id="35" creationId="{08585DC5-1F3D-A32A-DC35-656532329450}"/>
          </ac:spMkLst>
        </pc:spChg>
        <pc:spChg chg="add mod">
          <ac:chgData name="Sandeep Rana" userId="72239b369d495c10" providerId="LiveId" clId="{F1695BC8-FBF2-432E-B51B-63CE0290C6B2}" dt="2023-12-05T10:25:19.436" v="2090" actId="1076"/>
          <ac:spMkLst>
            <pc:docMk/>
            <pc:sldMk cId="3683443900" sldId="269"/>
            <ac:spMk id="36" creationId="{A9642842-01BB-EB61-0EBA-D2C9F4C286B0}"/>
          </ac:spMkLst>
        </pc:spChg>
        <pc:spChg chg="add del mod">
          <ac:chgData name="Sandeep Rana" userId="72239b369d495c10" providerId="LiveId" clId="{F1695BC8-FBF2-432E-B51B-63CE0290C6B2}" dt="2023-12-05T10:07:49.595" v="1934" actId="478"/>
          <ac:spMkLst>
            <pc:docMk/>
            <pc:sldMk cId="3683443900" sldId="269"/>
            <ac:spMk id="37" creationId="{AD32A57B-39F2-40F6-09C5-DBE262FA62A3}"/>
          </ac:spMkLst>
        </pc:spChg>
        <pc:spChg chg="add mod">
          <ac:chgData name="Sandeep Rana" userId="72239b369d495c10" providerId="LiveId" clId="{F1695BC8-FBF2-432E-B51B-63CE0290C6B2}" dt="2023-12-05T10:18:20.228" v="2014" actId="14100"/>
          <ac:spMkLst>
            <pc:docMk/>
            <pc:sldMk cId="3683443900" sldId="269"/>
            <ac:spMk id="38" creationId="{37F4A81E-0007-177C-FA8F-A7E488B5C4DC}"/>
          </ac:spMkLst>
        </pc:spChg>
        <pc:spChg chg="add del mod">
          <ac:chgData name="Sandeep Rana" userId="72239b369d495c10" providerId="LiveId" clId="{F1695BC8-FBF2-432E-B51B-63CE0290C6B2}" dt="2023-12-05T10:16:14.818" v="1984" actId="478"/>
          <ac:spMkLst>
            <pc:docMk/>
            <pc:sldMk cId="3683443900" sldId="269"/>
            <ac:spMk id="43" creationId="{576E957A-19D2-A629-B5AE-EE5574280FE6}"/>
          </ac:spMkLst>
        </pc:spChg>
        <pc:spChg chg="add del mod">
          <ac:chgData name="Sandeep Rana" userId="72239b369d495c10" providerId="LiveId" clId="{F1695BC8-FBF2-432E-B51B-63CE0290C6B2}" dt="2023-12-05T10:19:15.974" v="2019" actId="478"/>
          <ac:spMkLst>
            <pc:docMk/>
            <pc:sldMk cId="3683443900" sldId="269"/>
            <ac:spMk id="45" creationId="{A69A7F68-F4AF-2D7B-6EB8-92357114E6DD}"/>
          </ac:spMkLst>
        </pc:spChg>
        <pc:spChg chg="add mod">
          <ac:chgData name="Sandeep Rana" userId="72239b369d495c10" providerId="LiveId" clId="{F1695BC8-FBF2-432E-B51B-63CE0290C6B2}" dt="2023-12-05T10:26:03.118" v="2104" actId="20577"/>
          <ac:spMkLst>
            <pc:docMk/>
            <pc:sldMk cId="3683443900" sldId="269"/>
            <ac:spMk id="47" creationId="{137E63C9-8D0A-23E1-8D80-310560B08076}"/>
          </ac:spMkLst>
        </pc:spChg>
        <pc:spChg chg="add mod">
          <ac:chgData name="Sandeep Rana" userId="72239b369d495c10" providerId="LiveId" clId="{F1695BC8-FBF2-432E-B51B-63CE0290C6B2}" dt="2023-12-05T10:23:10.259" v="2058" actId="1076"/>
          <ac:spMkLst>
            <pc:docMk/>
            <pc:sldMk cId="3683443900" sldId="269"/>
            <ac:spMk id="48" creationId="{EF13EDAB-6FCF-9530-8B60-AF03F8B87053}"/>
          </ac:spMkLst>
        </pc:spChg>
        <pc:spChg chg="add mod">
          <ac:chgData name="Sandeep Rana" userId="72239b369d495c10" providerId="LiveId" clId="{F1695BC8-FBF2-432E-B51B-63CE0290C6B2}" dt="2023-12-05T10:23:52.901" v="2077" actId="1076"/>
          <ac:spMkLst>
            <pc:docMk/>
            <pc:sldMk cId="3683443900" sldId="269"/>
            <ac:spMk id="49" creationId="{9183088F-052F-10F9-8FD4-A16D2301F919}"/>
          </ac:spMkLst>
        </pc:spChg>
        <pc:spChg chg="add mod">
          <ac:chgData name="Sandeep Rana" userId="72239b369d495c10" providerId="LiveId" clId="{F1695BC8-FBF2-432E-B51B-63CE0290C6B2}" dt="2023-12-05T10:23:56.851" v="2079" actId="1076"/>
          <ac:spMkLst>
            <pc:docMk/>
            <pc:sldMk cId="3683443900" sldId="269"/>
            <ac:spMk id="50" creationId="{14BAC168-9C1B-60FE-9BA2-AFEBF5B039F2}"/>
          </ac:spMkLst>
        </pc:spChg>
        <pc:spChg chg="add mod">
          <ac:chgData name="Sandeep Rana" userId="72239b369d495c10" providerId="LiveId" clId="{F1695BC8-FBF2-432E-B51B-63CE0290C6B2}" dt="2023-12-05T10:26:09.511" v="2110" actId="20577"/>
          <ac:spMkLst>
            <pc:docMk/>
            <pc:sldMk cId="3683443900" sldId="269"/>
            <ac:spMk id="51" creationId="{361D0518-5C34-55C3-9947-1CD157D3B093}"/>
          </ac:spMkLst>
        </pc:spChg>
        <pc:spChg chg="add mod">
          <ac:chgData name="Sandeep Rana" userId="72239b369d495c10" providerId="LiveId" clId="{F1695BC8-FBF2-432E-B51B-63CE0290C6B2}" dt="2023-12-05T10:26:15.565" v="2116" actId="20577"/>
          <ac:spMkLst>
            <pc:docMk/>
            <pc:sldMk cId="3683443900" sldId="269"/>
            <ac:spMk id="52" creationId="{1271DEDB-926A-5C53-39AF-88A1F9141492}"/>
          </ac:spMkLst>
        </pc:spChg>
        <pc:grpChg chg="add mod">
          <ac:chgData name="Sandeep Rana" userId="72239b369d495c10" providerId="LiveId" clId="{F1695BC8-FBF2-432E-B51B-63CE0290C6B2}" dt="2023-12-05T10:25:19.436" v="2090" actId="1076"/>
          <ac:grpSpMkLst>
            <pc:docMk/>
            <pc:sldMk cId="3683443900" sldId="269"/>
            <ac:grpSpMk id="42" creationId="{06B92F9D-50B5-106F-B154-F348D80672F1}"/>
          </ac:grpSpMkLst>
        </pc:grpChg>
        <pc:graphicFrameChg chg="add mod modGraphic">
          <ac:chgData name="Sandeep Rana" userId="72239b369d495c10" providerId="LiveId" clId="{F1695BC8-FBF2-432E-B51B-63CE0290C6B2}" dt="2023-12-05T10:26:29.533" v="2118" actId="14100"/>
          <ac:graphicFrameMkLst>
            <pc:docMk/>
            <pc:sldMk cId="3683443900" sldId="269"/>
            <ac:graphicFrameMk id="46" creationId="{DED31433-B9CE-B28D-8558-712431B59C1B}"/>
          </ac:graphicFrameMkLst>
        </pc:graphicFrameChg>
        <pc:picChg chg="add mod">
          <ac:chgData name="Sandeep Rana" userId="72239b369d495c10" providerId="LiveId" clId="{F1695BC8-FBF2-432E-B51B-63CE0290C6B2}" dt="2023-12-05T10:25:19.436" v="2090" actId="1076"/>
          <ac:picMkLst>
            <pc:docMk/>
            <pc:sldMk cId="3683443900" sldId="269"/>
            <ac:picMk id="4100" creationId="{28EFE6C4-D2B1-F5C3-BD9D-F1D0477DB98E}"/>
          </ac:picMkLst>
        </pc:picChg>
        <pc:picChg chg="add mod">
          <ac:chgData name="Sandeep Rana" userId="72239b369d495c10" providerId="LiveId" clId="{F1695BC8-FBF2-432E-B51B-63CE0290C6B2}" dt="2023-12-05T10:25:19.436" v="2090" actId="1076"/>
          <ac:picMkLst>
            <pc:docMk/>
            <pc:sldMk cId="3683443900" sldId="269"/>
            <ac:picMk id="4102" creationId="{DC7FF52A-A7AF-7AD5-14AB-865E613C3EB1}"/>
          </ac:picMkLst>
        </pc:picChg>
        <pc:picChg chg="add mod">
          <ac:chgData name="Sandeep Rana" userId="72239b369d495c10" providerId="LiveId" clId="{F1695BC8-FBF2-432E-B51B-63CE0290C6B2}" dt="2023-12-05T10:25:19.436" v="2090" actId="1076"/>
          <ac:picMkLst>
            <pc:docMk/>
            <pc:sldMk cId="3683443900" sldId="269"/>
            <ac:picMk id="4104" creationId="{6882C84A-48EB-19DA-9B20-7749DA1FB7FB}"/>
          </ac:picMkLst>
        </pc:picChg>
        <pc:cxnChg chg="add mod">
          <ac:chgData name="Sandeep Rana" userId="72239b369d495c10" providerId="LiveId" clId="{F1695BC8-FBF2-432E-B51B-63CE0290C6B2}" dt="2023-12-05T10:25:19.436" v="2090" actId="1076"/>
          <ac:cxnSpMkLst>
            <pc:docMk/>
            <pc:sldMk cId="3683443900" sldId="269"/>
            <ac:cxnSpMk id="8" creationId="{251C46E1-D0D6-2A97-0938-18A0579556D0}"/>
          </ac:cxnSpMkLst>
        </pc:cxnChg>
        <pc:cxnChg chg="add mod">
          <ac:chgData name="Sandeep Rana" userId="72239b369d495c10" providerId="LiveId" clId="{F1695BC8-FBF2-432E-B51B-63CE0290C6B2}" dt="2023-12-05T10:25:19.436" v="2090" actId="1076"/>
          <ac:cxnSpMkLst>
            <pc:docMk/>
            <pc:sldMk cId="3683443900" sldId="269"/>
            <ac:cxnSpMk id="9" creationId="{95DF3016-F590-A7FF-7CA1-8F5BB006E280}"/>
          </ac:cxnSpMkLst>
        </pc:cxnChg>
        <pc:cxnChg chg="add mod">
          <ac:chgData name="Sandeep Rana" userId="72239b369d495c10" providerId="LiveId" clId="{F1695BC8-FBF2-432E-B51B-63CE0290C6B2}" dt="2023-12-05T10:25:19.436" v="2090" actId="1076"/>
          <ac:cxnSpMkLst>
            <pc:docMk/>
            <pc:sldMk cId="3683443900" sldId="269"/>
            <ac:cxnSpMk id="40" creationId="{7255730E-4529-C232-767A-54BAD0C6CBFE}"/>
          </ac:cxnSpMkLst>
        </pc:cxnChg>
        <pc:cxnChg chg="add mod">
          <ac:chgData name="Sandeep Rana" userId="72239b369d495c10" providerId="LiveId" clId="{F1695BC8-FBF2-432E-B51B-63CE0290C6B2}" dt="2023-12-05T10:25:18.195" v="2089" actId="692"/>
          <ac:cxnSpMkLst>
            <pc:docMk/>
            <pc:sldMk cId="3683443900" sldId="269"/>
            <ac:cxnSpMk id="54" creationId="{8F00E0FC-788C-07CF-D70F-7611DE068526}"/>
          </ac:cxnSpMkLst>
        </pc:cxnChg>
        <pc:cxnChg chg="add mod">
          <ac:chgData name="Sandeep Rana" userId="72239b369d495c10" providerId="LiveId" clId="{F1695BC8-FBF2-432E-B51B-63CE0290C6B2}" dt="2023-12-05T10:25:40.369" v="2093" actId="14100"/>
          <ac:cxnSpMkLst>
            <pc:docMk/>
            <pc:sldMk cId="3683443900" sldId="269"/>
            <ac:cxnSpMk id="56" creationId="{E23F936F-B95C-3742-E973-EF9DEEC2EC04}"/>
          </ac:cxnSpMkLst>
        </pc:cxnChg>
        <pc:cxnChg chg="add mod">
          <ac:chgData name="Sandeep Rana" userId="72239b369d495c10" providerId="LiveId" clId="{F1695BC8-FBF2-432E-B51B-63CE0290C6B2}" dt="2023-12-05T10:25:53.725" v="2096" actId="14100"/>
          <ac:cxnSpMkLst>
            <pc:docMk/>
            <pc:sldMk cId="3683443900" sldId="269"/>
            <ac:cxnSpMk id="58" creationId="{96B37F9A-76C7-54FC-1279-8EBD2136C638}"/>
          </ac:cxnSpMkLst>
        </pc:cxnChg>
      </pc:sldChg>
      <pc:sldChg chg="addSp delSp modSp add mod ord">
        <pc:chgData name="Sandeep Rana" userId="72239b369d495c10" providerId="LiveId" clId="{F1695BC8-FBF2-432E-B51B-63CE0290C6B2}" dt="2023-12-05T11:04:39.443" v="2458"/>
        <pc:sldMkLst>
          <pc:docMk/>
          <pc:sldMk cId="507692361" sldId="270"/>
        </pc:sldMkLst>
        <pc:spChg chg="mod">
          <ac:chgData name="Sandeep Rana" userId="72239b369d495c10" providerId="LiveId" clId="{F1695BC8-FBF2-432E-B51B-63CE0290C6B2}" dt="2023-12-05T10:32:41.177" v="2174" actId="313"/>
          <ac:spMkLst>
            <pc:docMk/>
            <pc:sldMk cId="507692361" sldId="270"/>
            <ac:spMk id="2" creationId="{2A026A31-87BA-BD62-DA05-A086EA86FD54}"/>
          </ac:spMkLst>
        </pc:spChg>
        <pc:spChg chg="del">
          <ac:chgData name="Sandeep Rana" userId="72239b369d495c10" providerId="LiveId" clId="{F1695BC8-FBF2-432E-B51B-63CE0290C6B2}" dt="2023-12-05T10:29:14.510" v="2139" actId="478"/>
          <ac:spMkLst>
            <pc:docMk/>
            <pc:sldMk cId="507692361" sldId="270"/>
            <ac:spMk id="25" creationId="{34DD3124-CAE3-07DE-9F1F-D6F02D0CF6F7}"/>
          </ac:spMkLst>
        </pc:spChg>
        <pc:spChg chg="del">
          <ac:chgData name="Sandeep Rana" userId="72239b369d495c10" providerId="LiveId" clId="{F1695BC8-FBF2-432E-B51B-63CE0290C6B2}" dt="2023-12-05T10:29:12.169" v="2138" actId="478"/>
          <ac:spMkLst>
            <pc:docMk/>
            <pc:sldMk cId="507692361" sldId="270"/>
            <ac:spMk id="35" creationId="{08585DC5-1F3D-A32A-DC35-656532329450}"/>
          </ac:spMkLst>
        </pc:spChg>
        <pc:spChg chg="del">
          <ac:chgData name="Sandeep Rana" userId="72239b369d495c10" providerId="LiveId" clId="{F1695BC8-FBF2-432E-B51B-63CE0290C6B2}" dt="2023-12-05T10:28:44.296" v="2127" actId="478"/>
          <ac:spMkLst>
            <pc:docMk/>
            <pc:sldMk cId="507692361" sldId="270"/>
            <ac:spMk id="38" creationId="{37F4A81E-0007-177C-FA8F-A7E488B5C4DC}"/>
          </ac:spMkLst>
        </pc:spChg>
        <pc:spChg chg="del">
          <ac:chgData name="Sandeep Rana" userId="72239b369d495c10" providerId="LiveId" clId="{F1695BC8-FBF2-432E-B51B-63CE0290C6B2}" dt="2023-12-05T10:28:51.995" v="2130" actId="478"/>
          <ac:spMkLst>
            <pc:docMk/>
            <pc:sldMk cId="507692361" sldId="270"/>
            <ac:spMk id="47" creationId="{137E63C9-8D0A-23E1-8D80-310560B08076}"/>
          </ac:spMkLst>
        </pc:spChg>
        <pc:spChg chg="del">
          <ac:chgData name="Sandeep Rana" userId="72239b369d495c10" providerId="LiveId" clId="{F1695BC8-FBF2-432E-B51B-63CE0290C6B2}" dt="2023-12-05T10:29:07.136" v="2136" actId="478"/>
          <ac:spMkLst>
            <pc:docMk/>
            <pc:sldMk cId="507692361" sldId="270"/>
            <ac:spMk id="48" creationId="{EF13EDAB-6FCF-9530-8B60-AF03F8B87053}"/>
          </ac:spMkLst>
        </pc:spChg>
        <pc:spChg chg="del">
          <ac:chgData name="Sandeep Rana" userId="72239b369d495c10" providerId="LiveId" clId="{F1695BC8-FBF2-432E-B51B-63CE0290C6B2}" dt="2023-12-05T10:29:01.481" v="2134" actId="478"/>
          <ac:spMkLst>
            <pc:docMk/>
            <pc:sldMk cId="507692361" sldId="270"/>
            <ac:spMk id="49" creationId="{9183088F-052F-10F9-8FD4-A16D2301F919}"/>
          </ac:spMkLst>
        </pc:spChg>
        <pc:spChg chg="del">
          <ac:chgData name="Sandeep Rana" userId="72239b369d495c10" providerId="LiveId" clId="{F1695BC8-FBF2-432E-B51B-63CE0290C6B2}" dt="2023-12-05T10:28:56.538" v="2132" actId="478"/>
          <ac:spMkLst>
            <pc:docMk/>
            <pc:sldMk cId="507692361" sldId="270"/>
            <ac:spMk id="50" creationId="{14BAC168-9C1B-60FE-9BA2-AFEBF5B039F2}"/>
          </ac:spMkLst>
        </pc:spChg>
        <pc:spChg chg="del mod">
          <ac:chgData name="Sandeep Rana" userId="72239b369d495c10" providerId="LiveId" clId="{F1695BC8-FBF2-432E-B51B-63CE0290C6B2}" dt="2023-12-05T10:28:49.415" v="2129" actId="478"/>
          <ac:spMkLst>
            <pc:docMk/>
            <pc:sldMk cId="507692361" sldId="270"/>
            <ac:spMk id="51" creationId="{361D0518-5C34-55C3-9947-1CD157D3B093}"/>
          </ac:spMkLst>
        </pc:spChg>
        <pc:spChg chg="del">
          <ac:chgData name="Sandeep Rana" userId="72239b369d495c10" providerId="LiveId" clId="{F1695BC8-FBF2-432E-B51B-63CE0290C6B2}" dt="2023-12-05T10:29:09.652" v="2137" actId="478"/>
          <ac:spMkLst>
            <pc:docMk/>
            <pc:sldMk cId="507692361" sldId="270"/>
            <ac:spMk id="52" creationId="{1271DEDB-926A-5C53-39AF-88A1F9141492}"/>
          </ac:spMkLst>
        </pc:spChg>
        <pc:grpChg chg="del">
          <ac:chgData name="Sandeep Rana" userId="72239b369d495c10" providerId="LiveId" clId="{F1695BC8-FBF2-432E-B51B-63CE0290C6B2}" dt="2023-12-05T10:28:36.836" v="2124" actId="478"/>
          <ac:grpSpMkLst>
            <pc:docMk/>
            <pc:sldMk cId="507692361" sldId="270"/>
            <ac:grpSpMk id="42" creationId="{06B92F9D-50B5-106F-B154-F348D80672F1}"/>
          </ac:grpSpMkLst>
        </pc:grpChg>
        <pc:graphicFrameChg chg="del modGraphic">
          <ac:chgData name="Sandeep Rana" userId="72239b369d495c10" providerId="LiveId" clId="{F1695BC8-FBF2-432E-B51B-63CE0290C6B2}" dt="2023-12-05T10:28:41.762" v="2126" actId="478"/>
          <ac:graphicFrameMkLst>
            <pc:docMk/>
            <pc:sldMk cId="507692361" sldId="270"/>
            <ac:graphicFrameMk id="46" creationId="{DED31433-B9CE-B28D-8558-712431B59C1B}"/>
          </ac:graphicFrameMkLst>
        </pc:graphicFrameChg>
        <pc:picChg chg="add mod">
          <ac:chgData name="Sandeep Rana" userId="72239b369d495c10" providerId="LiveId" clId="{F1695BC8-FBF2-432E-B51B-63CE0290C6B2}" dt="2023-12-05T10:31:28.997" v="2149" actId="14100"/>
          <ac:picMkLst>
            <pc:docMk/>
            <pc:sldMk cId="507692361" sldId="270"/>
            <ac:picMk id="5122" creationId="{1A213389-059E-3790-18C4-C1FB01263190}"/>
          </ac:picMkLst>
        </pc:picChg>
        <pc:cxnChg chg="del mod">
          <ac:chgData name="Sandeep Rana" userId="72239b369d495c10" providerId="LiveId" clId="{F1695BC8-FBF2-432E-B51B-63CE0290C6B2}" dt="2023-12-05T10:28:54.172" v="2131" actId="478"/>
          <ac:cxnSpMkLst>
            <pc:docMk/>
            <pc:sldMk cId="507692361" sldId="270"/>
            <ac:cxnSpMk id="54" creationId="{8F00E0FC-788C-07CF-D70F-7611DE068526}"/>
          </ac:cxnSpMkLst>
        </pc:cxnChg>
        <pc:cxnChg chg="del mod">
          <ac:chgData name="Sandeep Rana" userId="72239b369d495c10" providerId="LiveId" clId="{F1695BC8-FBF2-432E-B51B-63CE0290C6B2}" dt="2023-12-05T10:28:58.831" v="2133" actId="478"/>
          <ac:cxnSpMkLst>
            <pc:docMk/>
            <pc:sldMk cId="507692361" sldId="270"/>
            <ac:cxnSpMk id="56" creationId="{E23F936F-B95C-3742-E973-EF9DEEC2EC04}"/>
          </ac:cxnSpMkLst>
        </pc:cxnChg>
        <pc:cxnChg chg="del mod">
          <ac:chgData name="Sandeep Rana" userId="72239b369d495c10" providerId="LiveId" clId="{F1695BC8-FBF2-432E-B51B-63CE0290C6B2}" dt="2023-12-05T10:29:04.665" v="2135" actId="478"/>
          <ac:cxnSpMkLst>
            <pc:docMk/>
            <pc:sldMk cId="507692361" sldId="270"/>
            <ac:cxnSpMk id="58" creationId="{96B37F9A-76C7-54FC-1279-8EBD2136C638}"/>
          </ac:cxnSpMkLst>
        </pc:cxnChg>
      </pc:sldChg>
      <pc:sldChg chg="delSp modSp add mod">
        <pc:chgData name="Sandeep Rana" userId="72239b369d495c10" providerId="LiveId" clId="{F1695BC8-FBF2-432E-B51B-63CE0290C6B2}" dt="2023-12-05T10:44:27.791" v="2249" actId="20577"/>
        <pc:sldMkLst>
          <pc:docMk/>
          <pc:sldMk cId="3602632255" sldId="271"/>
        </pc:sldMkLst>
        <pc:spChg chg="mod">
          <ac:chgData name="Sandeep Rana" userId="72239b369d495c10" providerId="LiveId" clId="{F1695BC8-FBF2-432E-B51B-63CE0290C6B2}" dt="2023-12-05T10:44:27.791" v="2249" actId="20577"/>
          <ac:spMkLst>
            <pc:docMk/>
            <pc:sldMk cId="3602632255" sldId="271"/>
            <ac:spMk id="2" creationId="{2A026A31-87BA-BD62-DA05-A086EA86FD54}"/>
          </ac:spMkLst>
        </pc:spChg>
        <pc:picChg chg="del">
          <ac:chgData name="Sandeep Rana" userId="72239b369d495c10" providerId="LiveId" clId="{F1695BC8-FBF2-432E-B51B-63CE0290C6B2}" dt="2023-12-05T10:43:44.735" v="2176" actId="478"/>
          <ac:picMkLst>
            <pc:docMk/>
            <pc:sldMk cId="3602632255" sldId="271"/>
            <ac:picMk id="5122" creationId="{1A213389-059E-3790-18C4-C1FB01263190}"/>
          </ac:picMkLst>
        </pc:picChg>
      </pc:sldChg>
      <pc:sldChg chg="modSp add mod">
        <pc:chgData name="Sandeep Rana" userId="72239b369d495c10" providerId="LiveId" clId="{F1695BC8-FBF2-432E-B51B-63CE0290C6B2}" dt="2023-12-05T10:48:16.964" v="2272" actId="207"/>
        <pc:sldMkLst>
          <pc:docMk/>
          <pc:sldMk cId="3140665494" sldId="272"/>
        </pc:sldMkLst>
        <pc:spChg chg="mod">
          <ac:chgData name="Sandeep Rana" userId="72239b369d495c10" providerId="LiveId" clId="{F1695BC8-FBF2-432E-B51B-63CE0290C6B2}" dt="2023-12-05T10:45:32.869" v="2256" actId="20577"/>
          <ac:spMkLst>
            <pc:docMk/>
            <pc:sldMk cId="3140665494" sldId="272"/>
            <ac:spMk id="2" creationId="{2A026A31-87BA-BD62-DA05-A086EA86FD54}"/>
          </ac:spMkLst>
        </pc:spChg>
        <pc:spChg chg="mod">
          <ac:chgData name="Sandeep Rana" userId="72239b369d495c10" providerId="LiveId" clId="{F1695BC8-FBF2-432E-B51B-63CE0290C6B2}" dt="2023-12-05T10:48:16.964" v="2272" actId="207"/>
          <ac:spMkLst>
            <pc:docMk/>
            <pc:sldMk cId="3140665494" sldId="272"/>
            <ac:spMk id="3" creationId="{36E516A9-C9BC-5F71-4591-F7580DF2184D}"/>
          </ac:spMkLst>
        </pc:spChg>
      </pc:sldChg>
      <pc:sldChg chg="addSp delSp modSp new mod">
        <pc:chgData name="Sandeep Rana" userId="72239b369d495c10" providerId="LiveId" clId="{F1695BC8-FBF2-432E-B51B-63CE0290C6B2}" dt="2023-12-05T11:21:34.357" v="2497" actId="14100"/>
        <pc:sldMkLst>
          <pc:docMk/>
          <pc:sldMk cId="1964744364" sldId="273"/>
        </pc:sldMkLst>
        <pc:spChg chg="mod">
          <ac:chgData name="Sandeep Rana" userId="72239b369d495c10" providerId="LiveId" clId="{F1695BC8-FBF2-432E-B51B-63CE0290C6B2}" dt="2023-12-05T10:50:05.017" v="2332" actId="14100"/>
          <ac:spMkLst>
            <pc:docMk/>
            <pc:sldMk cId="1964744364" sldId="273"/>
            <ac:spMk id="2" creationId="{AD85BA1D-89FB-1805-4E3D-C3B132FA9527}"/>
          </ac:spMkLst>
        </pc:spChg>
        <pc:spChg chg="del">
          <ac:chgData name="Sandeep Rana" userId="72239b369d495c10" providerId="LiveId" clId="{F1695BC8-FBF2-432E-B51B-63CE0290C6B2}" dt="2023-12-05T10:49:45.321" v="2328" actId="478"/>
          <ac:spMkLst>
            <pc:docMk/>
            <pc:sldMk cId="1964744364" sldId="273"/>
            <ac:spMk id="3" creationId="{FBAAA132-1AC7-70D9-98C5-58DC9D596AED}"/>
          </ac:spMkLst>
        </pc:spChg>
        <pc:spChg chg="add del">
          <ac:chgData name="Sandeep Rana" userId="72239b369d495c10" providerId="LiveId" clId="{F1695BC8-FBF2-432E-B51B-63CE0290C6B2}" dt="2023-12-05T10:49:48.358" v="2330" actId="22"/>
          <ac:spMkLst>
            <pc:docMk/>
            <pc:sldMk cId="1964744364" sldId="273"/>
            <ac:spMk id="5" creationId="{CADD01A5-8CEF-E280-968A-4B763FCD36C5}"/>
          </ac:spMkLst>
        </pc:spChg>
        <pc:spChg chg="add">
          <ac:chgData name="Sandeep Rana" userId="72239b369d495c10" providerId="LiveId" clId="{F1695BC8-FBF2-432E-B51B-63CE0290C6B2}" dt="2023-12-05T10:50:17.288" v="2333"/>
          <ac:spMkLst>
            <pc:docMk/>
            <pc:sldMk cId="1964744364" sldId="273"/>
            <ac:spMk id="6" creationId="{CA63C159-DA25-3DEB-DEA3-662AC9EC4E3D}"/>
          </ac:spMkLst>
        </pc:spChg>
        <pc:spChg chg="add mod">
          <ac:chgData name="Sandeep Rana" userId="72239b369d495c10" providerId="LiveId" clId="{F1695BC8-FBF2-432E-B51B-63CE0290C6B2}" dt="2023-12-05T10:50:19.774" v="2334"/>
          <ac:spMkLst>
            <pc:docMk/>
            <pc:sldMk cId="1964744364" sldId="273"/>
            <ac:spMk id="7" creationId="{F5464E14-EF65-1A05-D6E4-E572FBA9F200}"/>
          </ac:spMkLst>
        </pc:spChg>
        <pc:spChg chg="add mod">
          <ac:chgData name="Sandeep Rana" userId="72239b369d495c10" providerId="LiveId" clId="{F1695BC8-FBF2-432E-B51B-63CE0290C6B2}" dt="2023-12-05T11:21:34.357" v="2497" actId="14100"/>
          <ac:spMkLst>
            <pc:docMk/>
            <pc:sldMk cId="1964744364" sldId="273"/>
            <ac:spMk id="10" creationId="{D75C6D2D-7C37-9924-A418-BE44A2606A93}"/>
          </ac:spMkLst>
        </pc:spChg>
        <pc:spChg chg="add mod">
          <ac:chgData name="Sandeep Rana" userId="72239b369d495c10" providerId="LiveId" clId="{F1695BC8-FBF2-432E-B51B-63CE0290C6B2}" dt="2023-12-05T11:14:02.864" v="2496" actId="692"/>
          <ac:spMkLst>
            <pc:docMk/>
            <pc:sldMk cId="1964744364" sldId="273"/>
            <ac:spMk id="11" creationId="{0597AC9F-3E12-3756-E0E1-8C3138C9010A}"/>
          </ac:spMkLst>
        </pc:spChg>
        <pc:picChg chg="add del mod">
          <ac:chgData name="Sandeep Rana" userId="72239b369d495c10" providerId="LiveId" clId="{F1695BC8-FBF2-432E-B51B-63CE0290C6B2}" dt="2023-12-05T10:59:04.273" v="2339" actId="478"/>
          <ac:picMkLst>
            <pc:docMk/>
            <pc:sldMk cId="1964744364" sldId="273"/>
            <ac:picMk id="9" creationId="{023965D4-C140-56FD-E60F-B47C83C474B0}"/>
          </ac:picMkLst>
        </pc:picChg>
      </pc:sldChg>
      <pc:sldChg chg="modSp new mod">
        <pc:chgData name="Sandeep Rana" userId="72239b369d495c10" providerId="LiveId" clId="{F1695BC8-FBF2-432E-B51B-63CE0290C6B2}" dt="2023-12-06T07:27:03.283" v="2519" actId="313"/>
        <pc:sldMkLst>
          <pc:docMk/>
          <pc:sldMk cId="1316190849" sldId="274"/>
        </pc:sldMkLst>
        <pc:spChg chg="mod">
          <ac:chgData name="Sandeep Rana" userId="72239b369d495c10" providerId="LiveId" clId="{F1695BC8-FBF2-432E-B51B-63CE0290C6B2}" dt="2023-12-05T11:05:30.882" v="2475" actId="20577"/>
          <ac:spMkLst>
            <pc:docMk/>
            <pc:sldMk cId="1316190849" sldId="274"/>
            <ac:spMk id="2" creationId="{918B7855-9DC5-EC38-2AAA-17B529CB95D3}"/>
          </ac:spMkLst>
        </pc:spChg>
        <pc:spChg chg="mod">
          <ac:chgData name="Sandeep Rana" userId="72239b369d495c10" providerId="LiveId" clId="{F1695BC8-FBF2-432E-B51B-63CE0290C6B2}" dt="2023-12-06T07:27:03.283" v="2519" actId="313"/>
          <ac:spMkLst>
            <pc:docMk/>
            <pc:sldMk cId="1316190849" sldId="274"/>
            <ac:spMk id="3" creationId="{EF43EF45-3060-CFBC-A9C4-3040D3EF1979}"/>
          </ac:spMkLst>
        </pc:spChg>
      </pc:sldChg>
      <pc:sldChg chg="modSp add mod">
        <pc:chgData name="Sandeep Rana" userId="72239b369d495c10" providerId="LiveId" clId="{F1695BC8-FBF2-432E-B51B-63CE0290C6B2}" dt="2023-12-06T09:30:07.045" v="3945" actId="20577"/>
        <pc:sldMkLst>
          <pc:docMk/>
          <pc:sldMk cId="951604159" sldId="275"/>
        </pc:sldMkLst>
        <pc:spChg chg="mod">
          <ac:chgData name="Sandeep Rana" userId="72239b369d495c10" providerId="LiveId" clId="{F1695BC8-FBF2-432E-B51B-63CE0290C6B2}" dt="2023-12-06T09:30:07.045" v="3945" actId="20577"/>
          <ac:spMkLst>
            <pc:docMk/>
            <pc:sldMk cId="951604159" sldId="275"/>
            <ac:spMk id="3" creationId="{EF43EF45-3060-CFBC-A9C4-3040D3EF1979}"/>
          </ac:spMkLst>
        </pc:spChg>
      </pc:sldChg>
      <pc:sldChg chg="modSp add mod">
        <pc:chgData name="Sandeep Rana" userId="72239b369d495c10" providerId="LiveId" clId="{F1695BC8-FBF2-432E-B51B-63CE0290C6B2}" dt="2023-12-06T08:00:45.255" v="3249" actId="20577"/>
        <pc:sldMkLst>
          <pc:docMk/>
          <pc:sldMk cId="1615414247" sldId="276"/>
        </pc:sldMkLst>
        <pc:spChg chg="mod">
          <ac:chgData name="Sandeep Rana" userId="72239b369d495c10" providerId="LiveId" clId="{F1695BC8-FBF2-432E-B51B-63CE0290C6B2}" dt="2023-12-06T08:00:45.255" v="3249" actId="20577"/>
          <ac:spMkLst>
            <pc:docMk/>
            <pc:sldMk cId="1615414247" sldId="276"/>
            <ac:spMk id="3" creationId="{EF43EF45-3060-CFBC-A9C4-3040D3EF1979}"/>
          </ac:spMkLst>
        </pc:spChg>
      </pc:sldChg>
      <pc:sldChg chg="new del">
        <pc:chgData name="Sandeep Rana" userId="72239b369d495c10" providerId="LiveId" clId="{F1695BC8-FBF2-432E-B51B-63CE0290C6B2}" dt="2023-12-06T07:43:18.322" v="2661" actId="680"/>
        <pc:sldMkLst>
          <pc:docMk/>
          <pc:sldMk cId="3662364352" sldId="276"/>
        </pc:sldMkLst>
      </pc:sldChg>
      <pc:sldChg chg="addSp delSp modSp add mod">
        <pc:chgData name="Sandeep Rana" userId="72239b369d495c10" providerId="LiveId" clId="{F1695BC8-FBF2-432E-B51B-63CE0290C6B2}" dt="2023-12-06T07:59:55.225" v="3242"/>
        <pc:sldMkLst>
          <pc:docMk/>
          <pc:sldMk cId="2529242302" sldId="277"/>
        </pc:sldMkLst>
        <pc:spChg chg="mod">
          <ac:chgData name="Sandeep Rana" userId="72239b369d495c10" providerId="LiveId" clId="{F1695BC8-FBF2-432E-B51B-63CE0290C6B2}" dt="2023-12-06T07:58:21.497" v="3101" actId="1076"/>
          <ac:spMkLst>
            <pc:docMk/>
            <pc:sldMk cId="2529242302" sldId="277"/>
            <ac:spMk id="2" creationId="{918B7855-9DC5-EC38-2AAA-17B529CB95D3}"/>
          </ac:spMkLst>
        </pc:spChg>
        <pc:spChg chg="mod">
          <ac:chgData name="Sandeep Rana" userId="72239b369d495c10" providerId="LiveId" clId="{F1695BC8-FBF2-432E-B51B-63CE0290C6B2}" dt="2023-12-06T07:59:54.180" v="3240" actId="20577"/>
          <ac:spMkLst>
            <pc:docMk/>
            <pc:sldMk cId="2529242302" sldId="277"/>
            <ac:spMk id="3" creationId="{EF43EF45-3060-CFBC-A9C4-3040D3EF1979}"/>
          </ac:spMkLst>
        </pc:spChg>
        <pc:spChg chg="add del mod">
          <ac:chgData name="Sandeep Rana" userId="72239b369d495c10" providerId="LiveId" clId="{F1695BC8-FBF2-432E-B51B-63CE0290C6B2}" dt="2023-12-06T07:53:52.149" v="2915" actId="478"/>
          <ac:spMkLst>
            <pc:docMk/>
            <pc:sldMk cId="2529242302" sldId="277"/>
            <ac:spMk id="4" creationId="{FEF6F87E-5114-F656-C872-4EF7AB9D440A}"/>
          </ac:spMkLst>
        </pc:spChg>
        <pc:spChg chg="add del">
          <ac:chgData name="Sandeep Rana" userId="72239b369d495c10" providerId="LiveId" clId="{F1695BC8-FBF2-432E-B51B-63CE0290C6B2}" dt="2023-12-06T07:58:17.633" v="3100" actId="478"/>
          <ac:spMkLst>
            <pc:docMk/>
            <pc:sldMk cId="2529242302" sldId="277"/>
            <ac:spMk id="5" creationId="{FFAC5450-0A67-185E-4ECF-6E07AB8C1DB5}"/>
          </ac:spMkLst>
        </pc:spChg>
        <pc:spChg chg="add del mod">
          <ac:chgData name="Sandeep Rana" userId="72239b369d495c10" providerId="LiveId" clId="{F1695BC8-FBF2-432E-B51B-63CE0290C6B2}" dt="2023-12-06T07:59:55.225" v="3242"/>
          <ac:spMkLst>
            <pc:docMk/>
            <pc:sldMk cId="2529242302" sldId="277"/>
            <ac:spMk id="6" creationId="{40DE4EDB-0564-96AB-4B49-ACF9D25696CA}"/>
          </ac:spMkLst>
        </pc:spChg>
      </pc:sldChg>
      <pc:sldChg chg="addSp delSp modSp add mod">
        <pc:chgData name="Sandeep Rana" userId="72239b369d495c10" providerId="LiveId" clId="{F1695BC8-FBF2-432E-B51B-63CE0290C6B2}" dt="2023-12-06T08:54:51.135" v="3874" actId="20577"/>
        <pc:sldMkLst>
          <pc:docMk/>
          <pc:sldMk cId="1856748042" sldId="278"/>
        </pc:sldMkLst>
        <pc:spChg chg="mod">
          <ac:chgData name="Sandeep Rana" userId="72239b369d495c10" providerId="LiveId" clId="{F1695BC8-FBF2-432E-B51B-63CE0290C6B2}" dt="2023-12-06T08:01:45.518" v="3263" actId="27636"/>
          <ac:spMkLst>
            <pc:docMk/>
            <pc:sldMk cId="1856748042" sldId="278"/>
            <ac:spMk id="2" creationId="{918B7855-9DC5-EC38-2AAA-17B529CB95D3}"/>
          </ac:spMkLst>
        </pc:spChg>
        <pc:spChg chg="mod">
          <ac:chgData name="Sandeep Rana" userId="72239b369d495c10" providerId="LiveId" clId="{F1695BC8-FBF2-432E-B51B-63CE0290C6B2}" dt="2023-12-06T08:37:44.071" v="3660"/>
          <ac:spMkLst>
            <pc:docMk/>
            <pc:sldMk cId="1856748042" sldId="278"/>
            <ac:spMk id="3" creationId="{EF43EF45-3060-CFBC-A9C4-3040D3EF1979}"/>
          </ac:spMkLst>
        </pc:spChg>
        <pc:spChg chg="add mod">
          <ac:chgData name="Sandeep Rana" userId="72239b369d495c10" providerId="LiveId" clId="{F1695BC8-FBF2-432E-B51B-63CE0290C6B2}" dt="2023-12-06T08:49:06.294" v="3746" actId="1076"/>
          <ac:spMkLst>
            <pc:docMk/>
            <pc:sldMk cId="1856748042" sldId="278"/>
            <ac:spMk id="6" creationId="{8F0B4536-37F2-52D8-ACDA-16C4EEE3D4F8}"/>
          </ac:spMkLst>
        </pc:spChg>
        <pc:spChg chg="add mod">
          <ac:chgData name="Sandeep Rana" userId="72239b369d495c10" providerId="LiveId" clId="{F1695BC8-FBF2-432E-B51B-63CE0290C6B2}" dt="2023-12-06T08:54:36.798" v="3846" actId="1076"/>
          <ac:spMkLst>
            <pc:docMk/>
            <pc:sldMk cId="1856748042" sldId="278"/>
            <ac:spMk id="7" creationId="{BB6303FD-20CE-6620-3373-490CADAF4C5B}"/>
          </ac:spMkLst>
        </pc:spChg>
        <pc:spChg chg="add mod">
          <ac:chgData name="Sandeep Rana" userId="72239b369d495c10" providerId="LiveId" clId="{F1695BC8-FBF2-432E-B51B-63CE0290C6B2}" dt="2023-12-06T08:54:11.916" v="3828" actId="1076"/>
          <ac:spMkLst>
            <pc:docMk/>
            <pc:sldMk cId="1856748042" sldId="278"/>
            <ac:spMk id="8" creationId="{55BCB335-B3EE-4A15-56BD-8B3E86A44EEB}"/>
          </ac:spMkLst>
        </pc:spChg>
        <pc:spChg chg="add mod">
          <ac:chgData name="Sandeep Rana" userId="72239b369d495c10" providerId="LiveId" clId="{F1695BC8-FBF2-432E-B51B-63CE0290C6B2}" dt="2023-12-06T08:54:24.601" v="3843" actId="1076"/>
          <ac:spMkLst>
            <pc:docMk/>
            <pc:sldMk cId="1856748042" sldId="278"/>
            <ac:spMk id="9" creationId="{7859B974-9A8E-A75C-C36F-D8E39BCB11BA}"/>
          </ac:spMkLst>
        </pc:spChg>
        <pc:spChg chg="add mod">
          <ac:chgData name="Sandeep Rana" userId="72239b369d495c10" providerId="LiveId" clId="{F1695BC8-FBF2-432E-B51B-63CE0290C6B2}" dt="2023-12-06T08:54:27.207" v="3844" actId="1076"/>
          <ac:spMkLst>
            <pc:docMk/>
            <pc:sldMk cId="1856748042" sldId="278"/>
            <ac:spMk id="10" creationId="{B319201E-3168-E060-51C5-4A764B432BB2}"/>
          </ac:spMkLst>
        </pc:spChg>
        <pc:spChg chg="add mod">
          <ac:chgData name="Sandeep Rana" userId="72239b369d495c10" providerId="LiveId" clId="{F1695BC8-FBF2-432E-B51B-63CE0290C6B2}" dt="2023-12-06T08:54:32.029" v="3845" actId="1076"/>
          <ac:spMkLst>
            <pc:docMk/>
            <pc:sldMk cId="1856748042" sldId="278"/>
            <ac:spMk id="11" creationId="{BEDE8EC7-62AA-46CE-A241-3034568742EF}"/>
          </ac:spMkLst>
        </pc:spChg>
        <pc:spChg chg="add del mod">
          <ac:chgData name="Sandeep Rana" userId="72239b369d495c10" providerId="LiveId" clId="{F1695BC8-FBF2-432E-B51B-63CE0290C6B2}" dt="2023-12-06T08:48:56.215" v="3744"/>
          <ac:spMkLst>
            <pc:docMk/>
            <pc:sldMk cId="1856748042" sldId="278"/>
            <ac:spMk id="12" creationId="{E06F9B2A-870D-46FC-3EE4-151EF304D2AB}"/>
          </ac:spMkLst>
        </pc:spChg>
        <pc:spChg chg="add mod">
          <ac:chgData name="Sandeep Rana" userId="72239b369d495c10" providerId="LiveId" clId="{F1695BC8-FBF2-432E-B51B-63CE0290C6B2}" dt="2023-12-06T08:51:09.449" v="3805" actId="14100"/>
          <ac:spMkLst>
            <pc:docMk/>
            <pc:sldMk cId="1856748042" sldId="278"/>
            <ac:spMk id="13" creationId="{E0E76B6D-31D0-B558-888B-36E5351435E9}"/>
          </ac:spMkLst>
        </pc:spChg>
        <pc:graphicFrameChg chg="add mod modGraphic">
          <ac:chgData name="Sandeep Rana" userId="72239b369d495c10" providerId="LiveId" clId="{F1695BC8-FBF2-432E-B51B-63CE0290C6B2}" dt="2023-12-06T08:48:55.127" v="3742" actId="14734"/>
          <ac:graphicFrameMkLst>
            <pc:docMk/>
            <pc:sldMk cId="1856748042" sldId="278"/>
            <ac:graphicFrameMk id="4" creationId="{8F72AE94-21B8-85DC-5AD3-597E629112A1}"/>
          </ac:graphicFrameMkLst>
        </pc:graphicFrameChg>
        <pc:graphicFrameChg chg="add mod modGraphic">
          <ac:chgData name="Sandeep Rana" userId="72239b369d495c10" providerId="LiveId" clId="{F1695BC8-FBF2-432E-B51B-63CE0290C6B2}" dt="2023-12-06T08:54:51.135" v="3874" actId="20577"/>
          <ac:graphicFrameMkLst>
            <pc:docMk/>
            <pc:sldMk cId="1856748042" sldId="278"/>
            <ac:graphicFrameMk id="5" creationId="{CE0DE4C9-B0DF-5EED-962F-D0EA1813AEE8}"/>
          </ac:graphicFrameMkLst>
        </pc:graphicFrameChg>
      </pc:sldChg>
      <pc:sldChg chg="modSp add mod">
        <pc:chgData name="Sandeep Rana" userId="72239b369d495c10" providerId="LiveId" clId="{F1695BC8-FBF2-432E-B51B-63CE0290C6B2}" dt="2023-12-06T08:05:36.208" v="3277" actId="6549"/>
        <pc:sldMkLst>
          <pc:docMk/>
          <pc:sldMk cId="2398262154" sldId="279"/>
        </pc:sldMkLst>
        <pc:spChg chg="mod">
          <ac:chgData name="Sandeep Rana" userId="72239b369d495c10" providerId="LiveId" clId="{F1695BC8-FBF2-432E-B51B-63CE0290C6B2}" dt="2023-12-06T08:05:36.208" v="3277" actId="6549"/>
          <ac:spMkLst>
            <pc:docMk/>
            <pc:sldMk cId="2398262154" sldId="279"/>
            <ac:spMk id="3" creationId="{EF43EF45-3060-CFBC-A9C4-3040D3EF1979}"/>
          </ac:spMkLst>
        </pc:spChg>
      </pc:sldChg>
      <pc:sldChg chg="addSp modSp add mod">
        <pc:chgData name="Sandeep Rana" userId="72239b369d495c10" providerId="LiveId" clId="{F1695BC8-FBF2-432E-B51B-63CE0290C6B2}" dt="2023-12-06T09:01:52.059" v="3885" actId="14100"/>
        <pc:sldMkLst>
          <pc:docMk/>
          <pc:sldMk cId="3207158689" sldId="280"/>
        </pc:sldMkLst>
        <pc:spChg chg="mod">
          <ac:chgData name="Sandeep Rana" userId="72239b369d495c10" providerId="LiveId" clId="{F1695BC8-FBF2-432E-B51B-63CE0290C6B2}" dt="2023-12-06T08:06:27.817" v="3288" actId="20577"/>
          <ac:spMkLst>
            <pc:docMk/>
            <pc:sldMk cId="3207158689" sldId="280"/>
            <ac:spMk id="3" creationId="{EF43EF45-3060-CFBC-A9C4-3040D3EF1979}"/>
          </ac:spMkLst>
        </pc:spChg>
        <pc:graphicFrameChg chg="add mod modGraphic">
          <ac:chgData name="Sandeep Rana" userId="72239b369d495c10" providerId="LiveId" clId="{F1695BC8-FBF2-432E-B51B-63CE0290C6B2}" dt="2023-12-06T09:01:05.255" v="3880" actId="14100"/>
          <ac:graphicFrameMkLst>
            <pc:docMk/>
            <pc:sldMk cId="3207158689" sldId="280"/>
            <ac:graphicFrameMk id="4" creationId="{B209BABF-1ECE-7DA8-1D73-C1B9D394B068}"/>
          </ac:graphicFrameMkLst>
        </pc:graphicFrameChg>
        <pc:picChg chg="add mod">
          <ac:chgData name="Sandeep Rana" userId="72239b369d495c10" providerId="LiveId" clId="{F1695BC8-FBF2-432E-B51B-63CE0290C6B2}" dt="2023-12-06T09:01:52.059" v="3885" actId="14100"/>
          <ac:picMkLst>
            <pc:docMk/>
            <pc:sldMk cId="3207158689" sldId="280"/>
            <ac:picMk id="2050" creationId="{2E69E32E-6245-4DE0-C4CF-5C8941DDEA75}"/>
          </ac:picMkLst>
        </pc:picChg>
      </pc:sldChg>
      <pc:sldChg chg="modSp add mod">
        <pc:chgData name="Sandeep Rana" userId="72239b369d495c10" providerId="LiveId" clId="{F1695BC8-FBF2-432E-B51B-63CE0290C6B2}" dt="2023-12-06T08:10:18.482" v="3310" actId="5793"/>
        <pc:sldMkLst>
          <pc:docMk/>
          <pc:sldMk cId="1683292905" sldId="281"/>
        </pc:sldMkLst>
        <pc:spChg chg="mod">
          <ac:chgData name="Sandeep Rana" userId="72239b369d495c10" providerId="LiveId" clId="{F1695BC8-FBF2-432E-B51B-63CE0290C6B2}" dt="2023-12-06T08:10:18.482" v="3310" actId="5793"/>
          <ac:spMkLst>
            <pc:docMk/>
            <pc:sldMk cId="1683292905" sldId="281"/>
            <ac:spMk id="3" creationId="{EF43EF45-3060-CFBC-A9C4-3040D3EF1979}"/>
          </ac:spMkLst>
        </pc:spChg>
      </pc:sldChg>
      <pc:sldChg chg="add del">
        <pc:chgData name="Sandeep Rana" userId="72239b369d495c10" providerId="LiveId" clId="{F1695BC8-FBF2-432E-B51B-63CE0290C6B2}" dt="2023-12-06T08:07:08.919" v="3291"/>
        <pc:sldMkLst>
          <pc:docMk/>
          <pc:sldMk cId="829794123" sldId="282"/>
        </pc:sldMkLst>
      </pc:sldChg>
      <pc:sldChg chg="addSp modSp add mod">
        <pc:chgData name="Sandeep Rana" userId="72239b369d495c10" providerId="LiveId" clId="{F1695BC8-FBF2-432E-B51B-63CE0290C6B2}" dt="2023-12-06T09:20:07.154" v="3901" actId="14100"/>
        <pc:sldMkLst>
          <pc:docMk/>
          <pc:sldMk cId="1667664956" sldId="282"/>
        </pc:sldMkLst>
        <pc:spChg chg="mod">
          <ac:chgData name="Sandeep Rana" userId="72239b369d495c10" providerId="LiveId" clId="{F1695BC8-FBF2-432E-B51B-63CE0290C6B2}" dt="2023-12-06T09:17:21.381" v="3892" actId="20577"/>
          <ac:spMkLst>
            <pc:docMk/>
            <pc:sldMk cId="1667664956" sldId="282"/>
            <ac:spMk id="3" creationId="{EF43EF45-3060-CFBC-A9C4-3040D3EF1979}"/>
          </ac:spMkLst>
        </pc:spChg>
        <pc:graphicFrameChg chg="add mod modGraphic">
          <ac:chgData name="Sandeep Rana" userId="72239b369d495c10" providerId="LiveId" clId="{F1695BC8-FBF2-432E-B51B-63CE0290C6B2}" dt="2023-12-06T09:18:01.403" v="3897" actId="255"/>
          <ac:graphicFrameMkLst>
            <pc:docMk/>
            <pc:sldMk cId="1667664956" sldId="282"/>
            <ac:graphicFrameMk id="4" creationId="{FE5D577B-E652-1F54-202C-3260B438F367}"/>
          </ac:graphicFrameMkLst>
        </pc:graphicFrameChg>
        <pc:picChg chg="add mod">
          <ac:chgData name="Sandeep Rana" userId="72239b369d495c10" providerId="LiveId" clId="{F1695BC8-FBF2-432E-B51B-63CE0290C6B2}" dt="2023-12-06T09:20:07.154" v="3901" actId="14100"/>
          <ac:picMkLst>
            <pc:docMk/>
            <pc:sldMk cId="1667664956" sldId="282"/>
            <ac:picMk id="3074" creationId="{9AE5A9FE-9E58-5D97-3BD1-72AB11699A43}"/>
          </ac:picMkLst>
        </pc:picChg>
      </pc:sldChg>
      <pc:sldChg chg="add del">
        <pc:chgData name="Sandeep Rana" userId="72239b369d495c10" providerId="LiveId" clId="{F1695BC8-FBF2-432E-B51B-63CE0290C6B2}" dt="2023-12-06T08:07:15.244" v="3293"/>
        <pc:sldMkLst>
          <pc:docMk/>
          <pc:sldMk cId="4174196233" sldId="282"/>
        </pc:sldMkLst>
      </pc:sldChg>
      <pc:sldChg chg="modSp add mod">
        <pc:chgData name="Sandeep Rana" userId="72239b369d495c10" providerId="LiveId" clId="{F1695BC8-FBF2-432E-B51B-63CE0290C6B2}" dt="2023-12-06T09:30:24.480" v="3964" actId="20577"/>
        <pc:sldMkLst>
          <pc:docMk/>
          <pc:sldMk cId="400068636" sldId="283"/>
        </pc:sldMkLst>
        <pc:spChg chg="mod">
          <ac:chgData name="Sandeep Rana" userId="72239b369d495c10" providerId="LiveId" clId="{F1695BC8-FBF2-432E-B51B-63CE0290C6B2}" dt="2023-12-06T09:30:24.480" v="3964" actId="20577"/>
          <ac:spMkLst>
            <pc:docMk/>
            <pc:sldMk cId="400068636" sldId="283"/>
            <ac:spMk id="3" creationId="{EF43EF45-3060-CFBC-A9C4-3040D3EF1979}"/>
          </ac:spMkLst>
        </pc:spChg>
      </pc:sldChg>
      <pc:sldChg chg="addSp modSp add mod">
        <pc:chgData name="Sandeep Rana" userId="72239b369d495c10" providerId="LiveId" clId="{F1695BC8-FBF2-432E-B51B-63CE0290C6B2}" dt="2023-12-06T09:35:28.958" v="3985" actId="14100"/>
        <pc:sldMkLst>
          <pc:docMk/>
          <pc:sldMk cId="2788921061" sldId="284"/>
        </pc:sldMkLst>
        <pc:spChg chg="mod">
          <ac:chgData name="Sandeep Rana" userId="72239b369d495c10" providerId="LiveId" clId="{F1695BC8-FBF2-432E-B51B-63CE0290C6B2}" dt="2023-12-06T09:31:26.505" v="3970" actId="6549"/>
          <ac:spMkLst>
            <pc:docMk/>
            <pc:sldMk cId="2788921061" sldId="284"/>
            <ac:spMk id="3" creationId="{EF43EF45-3060-CFBC-A9C4-3040D3EF1979}"/>
          </ac:spMkLst>
        </pc:spChg>
        <pc:spChg chg="add mod">
          <ac:chgData name="Sandeep Rana" userId="72239b369d495c10" providerId="LiveId" clId="{F1695BC8-FBF2-432E-B51B-63CE0290C6B2}" dt="2023-12-06T09:31:46.718" v="3975" actId="20577"/>
          <ac:spMkLst>
            <pc:docMk/>
            <pc:sldMk cId="2788921061" sldId="284"/>
            <ac:spMk id="5" creationId="{C3039DD6-76FF-2334-778D-AC13FBB22F16}"/>
          </ac:spMkLst>
        </pc:spChg>
        <pc:spChg chg="add">
          <ac:chgData name="Sandeep Rana" userId="72239b369d495c10" providerId="LiveId" clId="{F1695BC8-FBF2-432E-B51B-63CE0290C6B2}" dt="2023-12-06T09:32:28.240" v="3980"/>
          <ac:spMkLst>
            <pc:docMk/>
            <pc:sldMk cId="2788921061" sldId="284"/>
            <ac:spMk id="6" creationId="{4DF42904-E518-2683-1928-B336315E2B10}"/>
          </ac:spMkLst>
        </pc:spChg>
        <pc:spChg chg="add mod">
          <ac:chgData name="Sandeep Rana" userId="72239b369d495c10" providerId="LiveId" clId="{F1695BC8-FBF2-432E-B51B-63CE0290C6B2}" dt="2023-12-06T09:32:37.915" v="3981"/>
          <ac:spMkLst>
            <pc:docMk/>
            <pc:sldMk cId="2788921061" sldId="284"/>
            <ac:spMk id="7" creationId="{3D01A0AE-EE50-1DC7-2516-EBD159655A4D}"/>
          </ac:spMkLst>
        </pc:spChg>
        <pc:graphicFrameChg chg="add mod modGraphic">
          <ac:chgData name="Sandeep Rana" userId="72239b369d495c10" providerId="LiveId" clId="{F1695BC8-FBF2-432E-B51B-63CE0290C6B2}" dt="2023-12-06T09:32:15.619" v="3979" actId="1076"/>
          <ac:graphicFrameMkLst>
            <pc:docMk/>
            <pc:sldMk cId="2788921061" sldId="284"/>
            <ac:graphicFrameMk id="4" creationId="{8CB1DBFF-598A-9A3E-BA70-A8C09A58043F}"/>
          </ac:graphicFrameMkLst>
        </pc:graphicFrameChg>
        <pc:picChg chg="add mod">
          <ac:chgData name="Sandeep Rana" userId="72239b369d495c10" providerId="LiveId" clId="{F1695BC8-FBF2-432E-B51B-63CE0290C6B2}" dt="2023-12-06T09:35:28.958" v="3985" actId="14100"/>
          <ac:picMkLst>
            <pc:docMk/>
            <pc:sldMk cId="2788921061" sldId="284"/>
            <ac:picMk id="9" creationId="{7E48881E-90A1-F7AD-0797-E26DDE164A89}"/>
          </ac:picMkLst>
        </pc:picChg>
      </pc:sldChg>
      <pc:sldChg chg="modSp add mod">
        <pc:chgData name="Sandeep Rana" userId="72239b369d495c10" providerId="LiveId" clId="{F1695BC8-FBF2-432E-B51B-63CE0290C6B2}" dt="2023-12-06T08:22:18.820" v="3498" actId="113"/>
        <pc:sldMkLst>
          <pc:docMk/>
          <pc:sldMk cId="2735284776" sldId="285"/>
        </pc:sldMkLst>
        <pc:spChg chg="mod">
          <ac:chgData name="Sandeep Rana" userId="72239b369d495c10" providerId="LiveId" clId="{F1695BC8-FBF2-432E-B51B-63CE0290C6B2}" dt="2023-12-06T08:22:18.820" v="3498" actId="113"/>
          <ac:spMkLst>
            <pc:docMk/>
            <pc:sldMk cId="2735284776" sldId="285"/>
            <ac:spMk id="3" creationId="{EF43EF45-3060-CFBC-A9C4-3040D3EF1979}"/>
          </ac:spMkLst>
        </pc:spChg>
      </pc:sldChg>
      <pc:sldChg chg="addSp modSp add mod">
        <pc:chgData name="Sandeep Rana" userId="72239b369d495c10" providerId="LiveId" clId="{F1695BC8-FBF2-432E-B51B-63CE0290C6B2}" dt="2023-12-06T10:13:32.171" v="3996" actId="14100"/>
        <pc:sldMkLst>
          <pc:docMk/>
          <pc:sldMk cId="1872595723" sldId="286"/>
        </pc:sldMkLst>
        <pc:spChg chg="mod">
          <ac:chgData name="Sandeep Rana" userId="72239b369d495c10" providerId="LiveId" clId="{F1695BC8-FBF2-432E-B51B-63CE0290C6B2}" dt="2023-12-06T08:23:29.643" v="3521" actId="14100"/>
          <ac:spMkLst>
            <pc:docMk/>
            <pc:sldMk cId="1872595723" sldId="286"/>
            <ac:spMk id="3" creationId="{EF43EF45-3060-CFBC-A9C4-3040D3EF1979}"/>
          </ac:spMkLst>
        </pc:spChg>
        <pc:spChg chg="add mod">
          <ac:chgData name="Sandeep Rana" userId="72239b369d495c10" providerId="LiveId" clId="{F1695BC8-FBF2-432E-B51B-63CE0290C6B2}" dt="2023-12-06T10:12:21.553" v="3989" actId="1076"/>
          <ac:spMkLst>
            <pc:docMk/>
            <pc:sldMk cId="1872595723" sldId="286"/>
            <ac:spMk id="5" creationId="{110BEE91-7343-DBA1-0F64-D41AC5B2308F}"/>
          </ac:spMkLst>
        </pc:spChg>
        <pc:graphicFrameChg chg="add mod modGraphic">
          <ac:chgData name="Sandeep Rana" userId="72239b369d495c10" providerId="LiveId" clId="{F1695BC8-FBF2-432E-B51B-63CE0290C6B2}" dt="2023-12-06T10:12:43.893" v="3992" actId="255"/>
          <ac:graphicFrameMkLst>
            <pc:docMk/>
            <pc:sldMk cId="1872595723" sldId="286"/>
            <ac:graphicFrameMk id="6" creationId="{932BAFC6-C286-4695-A6A5-284EC7B40406}"/>
          </ac:graphicFrameMkLst>
        </pc:graphicFrameChg>
        <pc:picChg chg="add mod">
          <ac:chgData name="Sandeep Rana" userId="72239b369d495c10" providerId="LiveId" clId="{F1695BC8-FBF2-432E-B51B-63CE0290C6B2}" dt="2023-12-06T10:13:32.171" v="3996" actId="14100"/>
          <ac:picMkLst>
            <pc:docMk/>
            <pc:sldMk cId="1872595723" sldId="286"/>
            <ac:picMk id="5122" creationId="{57876D12-DD1F-3F75-F478-FC62DE26144E}"/>
          </ac:picMkLst>
        </pc:picChg>
      </pc:sldChg>
      <pc:sldChg chg="addSp delSp modSp add mod">
        <pc:chgData name="Sandeep Rana" userId="72239b369d495c10" providerId="LiveId" clId="{F1695BC8-FBF2-432E-B51B-63CE0290C6B2}" dt="2023-12-06T09:25:17.166" v="3914" actId="14100"/>
        <pc:sldMkLst>
          <pc:docMk/>
          <pc:sldMk cId="871289859" sldId="287"/>
        </pc:sldMkLst>
        <pc:spChg chg="mod">
          <ac:chgData name="Sandeep Rana" userId="72239b369d495c10" providerId="LiveId" clId="{F1695BC8-FBF2-432E-B51B-63CE0290C6B2}" dt="2023-12-06T09:24:50.212" v="3910"/>
          <ac:spMkLst>
            <pc:docMk/>
            <pc:sldMk cId="871289859" sldId="287"/>
            <ac:spMk id="3" creationId="{EF43EF45-3060-CFBC-A9C4-3040D3EF1979}"/>
          </ac:spMkLst>
        </pc:spChg>
        <pc:spChg chg="add mod">
          <ac:chgData name="Sandeep Rana" userId="72239b369d495c10" providerId="LiveId" clId="{F1695BC8-FBF2-432E-B51B-63CE0290C6B2}" dt="2023-12-06T09:25:17.166" v="3914" actId="14100"/>
          <ac:spMkLst>
            <pc:docMk/>
            <pc:sldMk cId="871289859" sldId="287"/>
            <ac:spMk id="7" creationId="{0F7A092C-4DB3-1501-E1A2-C7CF97EFE10A}"/>
          </ac:spMkLst>
        </pc:spChg>
        <pc:graphicFrameChg chg="del">
          <ac:chgData name="Sandeep Rana" userId="72239b369d495c10" providerId="LiveId" clId="{F1695BC8-FBF2-432E-B51B-63CE0290C6B2}" dt="2023-12-06T09:21:41.801" v="3903" actId="478"/>
          <ac:graphicFrameMkLst>
            <pc:docMk/>
            <pc:sldMk cId="871289859" sldId="287"/>
            <ac:graphicFrameMk id="4" creationId="{FE5D577B-E652-1F54-202C-3260B438F367}"/>
          </ac:graphicFrameMkLst>
        </pc:graphicFrameChg>
        <pc:graphicFrameChg chg="add mod modGraphic">
          <ac:chgData name="Sandeep Rana" userId="72239b369d495c10" providerId="LiveId" clId="{F1695BC8-FBF2-432E-B51B-63CE0290C6B2}" dt="2023-12-06T09:24:55.211" v="3911" actId="1076"/>
          <ac:graphicFrameMkLst>
            <pc:docMk/>
            <pc:sldMk cId="871289859" sldId="287"/>
            <ac:graphicFrameMk id="5" creationId="{71918949-00E3-7A8D-799F-8D9B7C54F82C}"/>
          </ac:graphicFrameMkLst>
        </pc:graphicFrameChg>
        <pc:picChg chg="del">
          <ac:chgData name="Sandeep Rana" userId="72239b369d495c10" providerId="LiveId" clId="{F1695BC8-FBF2-432E-B51B-63CE0290C6B2}" dt="2023-12-06T09:21:43.872" v="3904" actId="478"/>
          <ac:picMkLst>
            <pc:docMk/>
            <pc:sldMk cId="871289859" sldId="287"/>
            <ac:picMk id="3074" creationId="{9AE5A9FE-9E58-5D97-3BD1-72AB11699A43}"/>
          </ac:picMkLst>
        </pc:picChg>
      </pc:sldChg>
      <pc:sldChg chg="addSp delSp modSp add mod">
        <pc:chgData name="Sandeep Rana" userId="72239b369d495c10" providerId="LiveId" clId="{F1695BC8-FBF2-432E-B51B-63CE0290C6B2}" dt="2023-12-06T10:15:18.524" v="4079" actId="20577"/>
        <pc:sldMkLst>
          <pc:docMk/>
          <pc:sldMk cId="4081564205" sldId="288"/>
        </pc:sldMkLst>
        <pc:spChg chg="mod">
          <ac:chgData name="Sandeep Rana" userId="72239b369d495c10" providerId="LiveId" clId="{F1695BC8-FBF2-432E-B51B-63CE0290C6B2}" dt="2023-12-06T10:14:21.644" v="4006" actId="14100"/>
          <ac:spMkLst>
            <pc:docMk/>
            <pc:sldMk cId="4081564205" sldId="288"/>
            <ac:spMk id="3" creationId="{EF43EF45-3060-CFBC-A9C4-3040D3EF1979}"/>
          </ac:spMkLst>
        </pc:spChg>
        <pc:spChg chg="del">
          <ac:chgData name="Sandeep Rana" userId="72239b369d495c10" providerId="LiveId" clId="{F1695BC8-FBF2-432E-B51B-63CE0290C6B2}" dt="2023-12-06T10:13:43.580" v="3999" actId="478"/>
          <ac:spMkLst>
            <pc:docMk/>
            <pc:sldMk cId="4081564205" sldId="288"/>
            <ac:spMk id="5" creationId="{110BEE91-7343-DBA1-0F64-D41AC5B2308F}"/>
          </ac:spMkLst>
        </pc:spChg>
        <pc:spChg chg="add mod">
          <ac:chgData name="Sandeep Rana" userId="72239b369d495c10" providerId="LiveId" clId="{F1695BC8-FBF2-432E-B51B-63CE0290C6B2}" dt="2023-12-06T10:14:32.959" v="4073" actId="20577"/>
          <ac:spMkLst>
            <pc:docMk/>
            <pc:sldMk cId="4081564205" sldId="288"/>
            <ac:spMk id="7" creationId="{9B50911B-3D5C-934E-DC6C-70133E7582D3}"/>
          </ac:spMkLst>
        </pc:spChg>
        <pc:spChg chg="add mod">
          <ac:chgData name="Sandeep Rana" userId="72239b369d495c10" providerId="LiveId" clId="{F1695BC8-FBF2-432E-B51B-63CE0290C6B2}" dt="2023-12-06T10:15:18.524" v="4079" actId="20577"/>
          <ac:spMkLst>
            <pc:docMk/>
            <pc:sldMk cId="4081564205" sldId="288"/>
            <ac:spMk id="10" creationId="{E10D3058-0BEA-0A63-8A7A-07D11CB41730}"/>
          </ac:spMkLst>
        </pc:spChg>
        <pc:graphicFrameChg chg="del">
          <ac:chgData name="Sandeep Rana" userId="72239b369d495c10" providerId="LiveId" clId="{F1695BC8-FBF2-432E-B51B-63CE0290C6B2}" dt="2023-12-06T10:13:40.282" v="3998" actId="478"/>
          <ac:graphicFrameMkLst>
            <pc:docMk/>
            <pc:sldMk cId="4081564205" sldId="288"/>
            <ac:graphicFrameMk id="6" creationId="{932BAFC6-C286-4695-A6A5-284EC7B40406}"/>
          </ac:graphicFrameMkLst>
        </pc:graphicFrameChg>
        <pc:graphicFrameChg chg="add mod">
          <ac:chgData name="Sandeep Rana" userId="72239b369d495c10" providerId="LiveId" clId="{F1695BC8-FBF2-432E-B51B-63CE0290C6B2}" dt="2023-12-06T10:14:55.804" v="4074"/>
          <ac:graphicFrameMkLst>
            <pc:docMk/>
            <pc:sldMk cId="4081564205" sldId="288"/>
            <ac:graphicFrameMk id="8" creationId="{BF97E3CB-9B8F-1BB5-9A02-63C79B658DF1}"/>
          </ac:graphicFrameMkLst>
        </pc:graphicFrameChg>
        <pc:picChg chg="del">
          <ac:chgData name="Sandeep Rana" userId="72239b369d495c10" providerId="LiveId" clId="{F1695BC8-FBF2-432E-B51B-63CE0290C6B2}" dt="2023-12-06T10:13:45.743" v="4000" actId="478"/>
          <ac:picMkLst>
            <pc:docMk/>
            <pc:sldMk cId="4081564205" sldId="288"/>
            <ac:picMk id="5122" creationId="{57876D12-DD1F-3F75-F478-FC62DE26144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B858E5-BDA9-4EE4-B98F-206238C3F13D}" type="datetimeFigureOut">
              <a:rPr lang="en-IN" smtClean="0"/>
              <a:t>21-08-2025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746D40-87E4-476C-9015-CE1E4F9391A6}" type="slidenum">
              <a:rPr lang="en-IN" smtClean="0"/>
              <a:t>‹#›</a:t>
            </a:fld>
            <a:endParaRPr lang="en-IN"/>
          </a:p>
        </p:txBody>
      </p:sp>
    </p:spTree>
    <p:extLst>
      <p:ext uri="{BB962C8B-B14F-4D97-AF65-F5344CB8AC3E}">
        <p14:creationId xmlns:p14="http://schemas.microsoft.com/office/powerpoint/2010/main" val="3938294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E746D40-87E4-476C-9015-CE1E4F9391A6}" type="slidenum">
              <a:rPr lang="en-IN" smtClean="0"/>
              <a:t>3</a:t>
            </a:fld>
            <a:endParaRPr lang="en-IN"/>
          </a:p>
        </p:txBody>
      </p:sp>
    </p:spTree>
    <p:extLst>
      <p:ext uri="{BB962C8B-B14F-4D97-AF65-F5344CB8AC3E}">
        <p14:creationId xmlns:p14="http://schemas.microsoft.com/office/powerpoint/2010/main" val="4818860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E746D40-87E4-476C-9015-CE1E4F9391A6}" type="slidenum">
              <a:rPr lang="en-IN" smtClean="0"/>
              <a:t>4</a:t>
            </a:fld>
            <a:endParaRPr lang="en-IN"/>
          </a:p>
        </p:txBody>
      </p:sp>
    </p:spTree>
    <p:extLst>
      <p:ext uri="{BB962C8B-B14F-4D97-AF65-F5344CB8AC3E}">
        <p14:creationId xmlns:p14="http://schemas.microsoft.com/office/powerpoint/2010/main" val="19538279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E746D40-87E4-476C-9015-CE1E4F9391A6}" type="slidenum">
              <a:rPr lang="en-IN" smtClean="0"/>
              <a:t>5</a:t>
            </a:fld>
            <a:endParaRPr lang="en-IN"/>
          </a:p>
        </p:txBody>
      </p:sp>
    </p:spTree>
    <p:extLst>
      <p:ext uri="{BB962C8B-B14F-4D97-AF65-F5344CB8AC3E}">
        <p14:creationId xmlns:p14="http://schemas.microsoft.com/office/powerpoint/2010/main" val="42863292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E746D40-87E4-476C-9015-CE1E4F9391A6}" type="slidenum">
              <a:rPr lang="en-IN" smtClean="0"/>
              <a:t>6</a:t>
            </a:fld>
            <a:endParaRPr lang="en-IN"/>
          </a:p>
        </p:txBody>
      </p:sp>
    </p:spTree>
    <p:extLst>
      <p:ext uri="{BB962C8B-B14F-4D97-AF65-F5344CB8AC3E}">
        <p14:creationId xmlns:p14="http://schemas.microsoft.com/office/powerpoint/2010/main" val="1845497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E746D40-87E4-476C-9015-CE1E4F9391A6}" type="slidenum">
              <a:rPr lang="en-IN" smtClean="0"/>
              <a:t>7</a:t>
            </a:fld>
            <a:endParaRPr lang="en-IN"/>
          </a:p>
        </p:txBody>
      </p:sp>
    </p:spTree>
    <p:extLst>
      <p:ext uri="{BB962C8B-B14F-4D97-AF65-F5344CB8AC3E}">
        <p14:creationId xmlns:p14="http://schemas.microsoft.com/office/powerpoint/2010/main" val="41293647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E746D40-87E4-476C-9015-CE1E4F9391A6}" type="slidenum">
              <a:rPr lang="en-IN" smtClean="0"/>
              <a:t>8</a:t>
            </a:fld>
            <a:endParaRPr lang="en-IN"/>
          </a:p>
        </p:txBody>
      </p:sp>
    </p:spTree>
    <p:extLst>
      <p:ext uri="{BB962C8B-B14F-4D97-AF65-F5344CB8AC3E}">
        <p14:creationId xmlns:p14="http://schemas.microsoft.com/office/powerpoint/2010/main" val="29114350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E746D40-87E4-476C-9015-CE1E4F9391A6}" type="slidenum">
              <a:rPr lang="en-IN" smtClean="0"/>
              <a:t>9</a:t>
            </a:fld>
            <a:endParaRPr lang="en-IN"/>
          </a:p>
        </p:txBody>
      </p:sp>
    </p:spTree>
    <p:extLst>
      <p:ext uri="{BB962C8B-B14F-4D97-AF65-F5344CB8AC3E}">
        <p14:creationId xmlns:p14="http://schemas.microsoft.com/office/powerpoint/2010/main" val="33954460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E746D40-87E4-476C-9015-CE1E4F9391A6}" type="slidenum">
              <a:rPr lang="en-IN" smtClean="0"/>
              <a:t>10</a:t>
            </a:fld>
            <a:endParaRPr lang="en-IN"/>
          </a:p>
        </p:txBody>
      </p:sp>
    </p:spTree>
    <p:extLst>
      <p:ext uri="{BB962C8B-B14F-4D97-AF65-F5344CB8AC3E}">
        <p14:creationId xmlns:p14="http://schemas.microsoft.com/office/powerpoint/2010/main" val="2508110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E746D40-87E4-476C-9015-CE1E4F9391A6}" type="slidenum">
              <a:rPr lang="en-IN" smtClean="0"/>
              <a:t>11</a:t>
            </a:fld>
            <a:endParaRPr lang="en-IN"/>
          </a:p>
        </p:txBody>
      </p:sp>
    </p:spTree>
    <p:extLst>
      <p:ext uri="{BB962C8B-B14F-4D97-AF65-F5344CB8AC3E}">
        <p14:creationId xmlns:p14="http://schemas.microsoft.com/office/powerpoint/2010/main" val="8206711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E746D40-87E4-476C-9015-CE1E4F9391A6}" type="slidenum">
              <a:rPr lang="en-IN" smtClean="0"/>
              <a:t>12</a:t>
            </a:fld>
            <a:endParaRPr lang="en-IN"/>
          </a:p>
        </p:txBody>
      </p:sp>
    </p:spTree>
    <p:extLst>
      <p:ext uri="{BB962C8B-B14F-4D97-AF65-F5344CB8AC3E}">
        <p14:creationId xmlns:p14="http://schemas.microsoft.com/office/powerpoint/2010/main" val="8523174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E746D40-87E4-476C-9015-CE1E4F9391A6}" type="slidenum">
              <a:rPr lang="en-IN" smtClean="0"/>
              <a:t>13</a:t>
            </a:fld>
            <a:endParaRPr lang="en-IN"/>
          </a:p>
        </p:txBody>
      </p:sp>
    </p:spTree>
    <p:extLst>
      <p:ext uri="{BB962C8B-B14F-4D97-AF65-F5344CB8AC3E}">
        <p14:creationId xmlns:p14="http://schemas.microsoft.com/office/powerpoint/2010/main" val="22151897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E746D40-87E4-476C-9015-CE1E4F9391A6}" type="slidenum">
              <a:rPr lang="en-IN" smtClean="0"/>
              <a:t>14</a:t>
            </a:fld>
            <a:endParaRPr lang="en-IN"/>
          </a:p>
        </p:txBody>
      </p:sp>
    </p:spTree>
    <p:extLst>
      <p:ext uri="{BB962C8B-B14F-4D97-AF65-F5344CB8AC3E}">
        <p14:creationId xmlns:p14="http://schemas.microsoft.com/office/powerpoint/2010/main" val="3013404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E746D40-87E4-476C-9015-CE1E4F9391A6}" type="slidenum">
              <a:rPr lang="en-IN" smtClean="0"/>
              <a:t>15</a:t>
            </a:fld>
            <a:endParaRPr lang="en-IN"/>
          </a:p>
        </p:txBody>
      </p:sp>
    </p:spTree>
    <p:extLst>
      <p:ext uri="{BB962C8B-B14F-4D97-AF65-F5344CB8AC3E}">
        <p14:creationId xmlns:p14="http://schemas.microsoft.com/office/powerpoint/2010/main" val="34886995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E746D40-87E4-476C-9015-CE1E4F9391A6}" type="slidenum">
              <a:rPr lang="en-IN" smtClean="0"/>
              <a:t>31</a:t>
            </a:fld>
            <a:endParaRPr lang="en-IN"/>
          </a:p>
        </p:txBody>
      </p:sp>
    </p:spTree>
    <p:extLst>
      <p:ext uri="{BB962C8B-B14F-4D97-AF65-F5344CB8AC3E}">
        <p14:creationId xmlns:p14="http://schemas.microsoft.com/office/powerpoint/2010/main" val="11076474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E746D40-87E4-476C-9015-CE1E4F9391A6}" type="slidenum">
              <a:rPr lang="en-IN" smtClean="0"/>
              <a:t>32</a:t>
            </a:fld>
            <a:endParaRPr lang="en-IN"/>
          </a:p>
        </p:txBody>
      </p:sp>
    </p:spTree>
    <p:extLst>
      <p:ext uri="{BB962C8B-B14F-4D97-AF65-F5344CB8AC3E}">
        <p14:creationId xmlns:p14="http://schemas.microsoft.com/office/powerpoint/2010/main" val="258557988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0C4E9F0-B6C4-49B1-A99D-893604883F53}" type="datetimeFigureOut">
              <a:rPr lang="en-IN" smtClean="0"/>
              <a:t>21-08-2025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59A3368E-59CC-42FA-948F-EAD57AC2D03F}" type="slidenum">
              <a:rPr lang="en-IN" smtClean="0"/>
              <a:t>‹#›</a:t>
            </a:fld>
            <a:endParaRPr lang="en-IN"/>
          </a:p>
        </p:txBody>
      </p:sp>
    </p:spTree>
    <p:extLst>
      <p:ext uri="{BB962C8B-B14F-4D97-AF65-F5344CB8AC3E}">
        <p14:creationId xmlns:p14="http://schemas.microsoft.com/office/powerpoint/2010/main" val="1339695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C4E9F0-B6C4-49B1-A99D-893604883F53}" type="datetimeFigureOut">
              <a:rPr lang="en-IN" smtClean="0"/>
              <a:t>21-08-2025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A3368E-59CC-42FA-948F-EAD57AC2D03F}" type="slidenum">
              <a:rPr lang="en-IN" smtClean="0"/>
              <a:t>‹#›</a:t>
            </a:fld>
            <a:endParaRPr lang="en-IN"/>
          </a:p>
        </p:txBody>
      </p:sp>
    </p:spTree>
    <p:extLst>
      <p:ext uri="{BB962C8B-B14F-4D97-AF65-F5344CB8AC3E}">
        <p14:creationId xmlns:p14="http://schemas.microsoft.com/office/powerpoint/2010/main" val="7392284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90C4E9F0-B6C4-49B1-A99D-893604883F53}" type="datetimeFigureOut">
              <a:rPr lang="en-IN" smtClean="0"/>
              <a:t>21-08-2025</a:t>
            </a:fld>
            <a:endParaRPr lang="en-IN"/>
          </a:p>
        </p:txBody>
      </p:sp>
      <p:sp>
        <p:nvSpPr>
          <p:cNvPr id="5" name="Footer Placeholder 4"/>
          <p:cNvSpPr>
            <a:spLocks noGrp="1"/>
          </p:cNvSpPr>
          <p:nvPr>
            <p:ph type="ftr" sz="quarter" idx="11"/>
          </p:nvPr>
        </p:nvSpPr>
        <p:spPr>
          <a:xfrm>
            <a:off x="2182708" y="6272784"/>
            <a:ext cx="6327648" cy="365125"/>
          </a:xfrm>
        </p:spPr>
        <p:txBody>
          <a:bodyPr/>
          <a:lstStyle/>
          <a:p>
            <a:endParaRPr lang="en-IN"/>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59A3368E-59CC-42FA-948F-EAD57AC2D03F}" type="slidenum">
              <a:rPr lang="en-IN" smtClean="0"/>
              <a:t>‹#›</a:t>
            </a:fld>
            <a:endParaRPr lang="en-IN"/>
          </a:p>
        </p:txBody>
      </p:sp>
    </p:spTree>
    <p:extLst>
      <p:ext uri="{BB962C8B-B14F-4D97-AF65-F5344CB8AC3E}">
        <p14:creationId xmlns:p14="http://schemas.microsoft.com/office/powerpoint/2010/main" val="33015508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0C4E9F0-B6C4-49B1-A99D-893604883F53}" type="datetimeFigureOut">
              <a:rPr lang="en-IN" smtClean="0"/>
              <a:t>21-08-2025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A3368E-59CC-42FA-948F-EAD57AC2D03F}" type="slidenum">
              <a:rPr lang="en-IN" smtClean="0"/>
              <a:t>‹#›</a:t>
            </a:fld>
            <a:endParaRPr lang="en-IN"/>
          </a:p>
        </p:txBody>
      </p:sp>
    </p:spTree>
    <p:extLst>
      <p:ext uri="{BB962C8B-B14F-4D97-AF65-F5344CB8AC3E}">
        <p14:creationId xmlns:p14="http://schemas.microsoft.com/office/powerpoint/2010/main" val="1884387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0C4E9F0-B6C4-49B1-A99D-893604883F53}" type="datetimeFigureOut">
              <a:rPr lang="en-IN" smtClean="0"/>
              <a:t>21-08-2025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9A3368E-59CC-42FA-948F-EAD57AC2D03F}" type="slidenum">
              <a:rPr lang="en-IN" smtClean="0"/>
              <a:t>‹#›</a:t>
            </a:fld>
            <a:endParaRPr lang="en-IN"/>
          </a:p>
        </p:txBody>
      </p:sp>
    </p:spTree>
    <p:extLst>
      <p:ext uri="{BB962C8B-B14F-4D97-AF65-F5344CB8AC3E}">
        <p14:creationId xmlns:p14="http://schemas.microsoft.com/office/powerpoint/2010/main" val="1117680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0C4E9F0-B6C4-49B1-A99D-893604883F53}" type="datetimeFigureOut">
              <a:rPr lang="en-IN" smtClean="0"/>
              <a:t>21-08-2025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9A3368E-59CC-42FA-948F-EAD57AC2D03F}" type="slidenum">
              <a:rPr lang="en-IN" smtClean="0"/>
              <a:t>‹#›</a:t>
            </a:fld>
            <a:endParaRPr lang="en-IN"/>
          </a:p>
        </p:txBody>
      </p:sp>
    </p:spTree>
    <p:extLst>
      <p:ext uri="{BB962C8B-B14F-4D97-AF65-F5344CB8AC3E}">
        <p14:creationId xmlns:p14="http://schemas.microsoft.com/office/powerpoint/2010/main" val="4249037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C4E9F0-B6C4-49B1-A99D-893604883F53}" type="datetimeFigureOut">
              <a:rPr lang="en-IN" smtClean="0"/>
              <a:t>21-08-2025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9A3368E-59CC-42FA-948F-EAD57AC2D03F}" type="slidenum">
              <a:rPr lang="en-IN" smtClean="0"/>
              <a:t>‹#›</a:t>
            </a:fld>
            <a:endParaRPr lang="en-IN"/>
          </a:p>
        </p:txBody>
      </p:sp>
    </p:spTree>
    <p:extLst>
      <p:ext uri="{BB962C8B-B14F-4D97-AF65-F5344CB8AC3E}">
        <p14:creationId xmlns:p14="http://schemas.microsoft.com/office/powerpoint/2010/main" val="249546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C4E9F0-B6C4-49B1-A99D-893604883F53}" type="datetimeFigureOut">
              <a:rPr lang="en-IN" smtClean="0"/>
              <a:t>21-08-2025</a:t>
            </a:fld>
            <a:endParaRPr lang="en-IN"/>
          </a:p>
        </p:txBody>
      </p:sp>
      <p:sp>
        <p:nvSpPr>
          <p:cNvPr id="6" name="Footer Placeholder 5"/>
          <p:cNvSpPr>
            <a:spLocks noGrp="1"/>
          </p:cNvSpPr>
          <p:nvPr>
            <p:ph type="ftr" sz="quarter" idx="11"/>
          </p:nvPr>
        </p:nvSpPr>
        <p:spPr/>
        <p:txBody>
          <a:bodyPr/>
          <a:lstStyle/>
          <a:p>
            <a:endParaRPr lang="en-IN"/>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59A3368E-59CC-42FA-948F-EAD57AC2D03F}" type="slidenum">
              <a:rPr lang="en-IN" smtClean="0"/>
              <a:t>‹#›</a:t>
            </a:fld>
            <a:endParaRPr lang="en-IN"/>
          </a:p>
        </p:txBody>
      </p:sp>
    </p:spTree>
    <p:extLst>
      <p:ext uri="{BB962C8B-B14F-4D97-AF65-F5344CB8AC3E}">
        <p14:creationId xmlns:p14="http://schemas.microsoft.com/office/powerpoint/2010/main" val="420409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C4E9F0-B6C4-49B1-A99D-893604883F53}" type="datetimeFigureOut">
              <a:rPr lang="en-IN" smtClean="0"/>
              <a:t>21-08-2025</a:t>
            </a:fld>
            <a:endParaRPr lang="en-IN"/>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59A3368E-59CC-42FA-948F-EAD57AC2D03F}" type="slidenum">
              <a:rPr lang="en-IN" smtClean="0"/>
              <a:t>‹#›</a:t>
            </a:fld>
            <a:endParaRPr lang="en-IN"/>
          </a:p>
        </p:txBody>
      </p:sp>
    </p:spTree>
    <p:extLst>
      <p:ext uri="{BB962C8B-B14F-4D97-AF65-F5344CB8AC3E}">
        <p14:creationId xmlns:p14="http://schemas.microsoft.com/office/powerpoint/2010/main" val="4087662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C4E9F0-B6C4-49B1-A99D-893604883F53}" type="datetimeFigureOut">
              <a:rPr lang="en-IN" smtClean="0"/>
              <a:t>21-08-2025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A3368E-59CC-42FA-948F-EAD57AC2D03F}" type="slidenum">
              <a:rPr lang="en-IN" smtClean="0"/>
              <a:t>‹#›</a:t>
            </a:fld>
            <a:endParaRPr lang="en-IN"/>
          </a:p>
        </p:txBody>
      </p:sp>
    </p:spTree>
    <p:extLst>
      <p:ext uri="{BB962C8B-B14F-4D97-AF65-F5344CB8AC3E}">
        <p14:creationId xmlns:p14="http://schemas.microsoft.com/office/powerpoint/2010/main" val="38633700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C4E9F0-B6C4-49B1-A99D-893604883F53}" type="datetimeFigureOut">
              <a:rPr lang="en-IN" smtClean="0"/>
              <a:t>21-08-2025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A3368E-59CC-42FA-948F-EAD57AC2D03F}" type="slidenum">
              <a:rPr lang="en-IN" smtClean="0"/>
              <a:t>‹#›</a:t>
            </a:fld>
            <a:endParaRPr lang="en-IN"/>
          </a:p>
        </p:txBody>
      </p:sp>
    </p:spTree>
    <p:extLst>
      <p:ext uri="{BB962C8B-B14F-4D97-AF65-F5344CB8AC3E}">
        <p14:creationId xmlns:p14="http://schemas.microsoft.com/office/powerpoint/2010/main" val="59200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90C4E9F0-B6C4-49B1-A99D-893604883F53}" type="datetimeFigureOut">
              <a:rPr lang="en-IN" smtClean="0"/>
              <a:t>21-08-2025</a:t>
            </a:fld>
            <a:endParaRPr lang="en-IN"/>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IN"/>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59A3368E-59CC-42FA-948F-EAD57AC2D03F}" type="slidenum">
              <a:rPr lang="en-IN" smtClean="0"/>
              <a:t>‹#›</a:t>
            </a:fld>
            <a:endParaRPr lang="en-IN"/>
          </a:p>
        </p:txBody>
      </p:sp>
    </p:spTree>
    <p:extLst>
      <p:ext uri="{BB962C8B-B14F-4D97-AF65-F5344CB8AC3E}">
        <p14:creationId xmlns:p14="http://schemas.microsoft.com/office/powerpoint/2010/main" val="2743086790"/>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geeksforgeeks.org/process-table-and-process-control-block-pcb/"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556D6-8B5E-59CE-5BB9-D2909774C081}"/>
              </a:ext>
            </a:extLst>
          </p:cNvPr>
          <p:cNvSpPr>
            <a:spLocks noGrp="1"/>
          </p:cNvSpPr>
          <p:nvPr>
            <p:ph type="ctrTitle"/>
          </p:nvPr>
        </p:nvSpPr>
        <p:spPr/>
        <p:txBody>
          <a:bodyPr>
            <a:normAutofit/>
          </a:bodyPr>
          <a:lstStyle/>
          <a:p>
            <a:r>
              <a:rPr lang="en-IN" dirty="0"/>
              <a:t>Process Management (OS)</a:t>
            </a:r>
          </a:p>
        </p:txBody>
      </p:sp>
    </p:spTree>
    <p:extLst>
      <p:ext uri="{BB962C8B-B14F-4D97-AF65-F5344CB8AC3E}">
        <p14:creationId xmlns:p14="http://schemas.microsoft.com/office/powerpoint/2010/main" val="94812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26A31-87BA-BD62-DA05-A086EA86FD54}"/>
              </a:ext>
            </a:extLst>
          </p:cNvPr>
          <p:cNvSpPr>
            <a:spLocks noGrp="1"/>
          </p:cNvSpPr>
          <p:nvPr>
            <p:ph type="title"/>
          </p:nvPr>
        </p:nvSpPr>
        <p:spPr/>
        <p:txBody>
          <a:bodyPr/>
          <a:lstStyle/>
          <a:p>
            <a:r>
              <a:rPr lang="en-IN" dirty="0"/>
              <a:t>Process Management</a:t>
            </a:r>
          </a:p>
        </p:txBody>
      </p:sp>
      <p:sp>
        <p:nvSpPr>
          <p:cNvPr id="3" name="Content Placeholder 2">
            <a:extLst>
              <a:ext uri="{FF2B5EF4-FFF2-40B4-BE49-F238E27FC236}">
                <a16:creationId xmlns:a16="http://schemas.microsoft.com/office/drawing/2014/main" id="{36E516A9-C9BC-5F71-4591-F7580DF2184D}"/>
              </a:ext>
            </a:extLst>
          </p:cNvPr>
          <p:cNvSpPr>
            <a:spLocks noGrp="1"/>
          </p:cNvSpPr>
          <p:nvPr>
            <p:ph idx="1"/>
          </p:nvPr>
        </p:nvSpPr>
        <p:spPr/>
        <p:txBody>
          <a:bodyPr>
            <a:normAutofit/>
          </a:bodyPr>
          <a:lstStyle/>
          <a:p>
            <a:pPr marL="0" indent="0" algn="just">
              <a:buNone/>
            </a:pPr>
            <a:r>
              <a:rPr lang="en-US" b="1" i="0" dirty="0">
                <a:solidFill>
                  <a:srgbClr val="273239"/>
                </a:solidFill>
                <a:effectLst/>
              </a:rPr>
              <a:t>Process Definition:</a:t>
            </a:r>
          </a:p>
          <a:p>
            <a:pPr marL="0" indent="0" algn="just">
              <a:buNone/>
            </a:pPr>
            <a:endParaRPr lang="en-US" dirty="0">
              <a:solidFill>
                <a:srgbClr val="273239"/>
              </a:solidFill>
            </a:endParaRPr>
          </a:p>
          <a:p>
            <a:pPr marL="0" indent="0" algn="just">
              <a:buNone/>
            </a:pPr>
            <a:r>
              <a:rPr lang="en-US" b="0" i="0" dirty="0">
                <a:solidFill>
                  <a:srgbClr val="273239"/>
                </a:solidFill>
                <a:effectLst/>
              </a:rPr>
              <a:t>A process is a program in execution. For example, when we write a program in C or C++ and compile it, the </a:t>
            </a:r>
            <a:r>
              <a:rPr lang="en-US" b="0" i="0" dirty="0">
                <a:effectLst/>
              </a:rPr>
              <a:t>compiler </a:t>
            </a:r>
            <a:r>
              <a:rPr lang="en-US" b="0" i="0" dirty="0">
                <a:solidFill>
                  <a:srgbClr val="273239"/>
                </a:solidFill>
                <a:effectLst/>
              </a:rPr>
              <a:t>creates binary code. The original code and binary code are both programs. When we actually run the binary code, it becomes a process.</a:t>
            </a:r>
            <a:endParaRPr lang="en-IN" dirty="0"/>
          </a:p>
        </p:txBody>
      </p:sp>
    </p:spTree>
    <p:extLst>
      <p:ext uri="{BB962C8B-B14F-4D97-AF65-F5344CB8AC3E}">
        <p14:creationId xmlns:p14="http://schemas.microsoft.com/office/powerpoint/2010/main" val="916147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26A31-87BA-BD62-DA05-A086EA86FD54}"/>
              </a:ext>
            </a:extLst>
          </p:cNvPr>
          <p:cNvSpPr>
            <a:spLocks noGrp="1"/>
          </p:cNvSpPr>
          <p:nvPr>
            <p:ph type="title"/>
          </p:nvPr>
        </p:nvSpPr>
        <p:spPr/>
        <p:txBody>
          <a:bodyPr/>
          <a:lstStyle/>
          <a:p>
            <a:r>
              <a:rPr lang="en-IN" dirty="0"/>
              <a:t>Process Management</a:t>
            </a:r>
          </a:p>
        </p:txBody>
      </p:sp>
      <p:sp>
        <p:nvSpPr>
          <p:cNvPr id="3" name="Content Placeholder 2">
            <a:extLst>
              <a:ext uri="{FF2B5EF4-FFF2-40B4-BE49-F238E27FC236}">
                <a16:creationId xmlns:a16="http://schemas.microsoft.com/office/drawing/2014/main" id="{36E516A9-C9BC-5F71-4591-F7580DF2184D}"/>
              </a:ext>
            </a:extLst>
          </p:cNvPr>
          <p:cNvSpPr>
            <a:spLocks noGrp="1"/>
          </p:cNvSpPr>
          <p:nvPr>
            <p:ph idx="1"/>
          </p:nvPr>
        </p:nvSpPr>
        <p:spPr>
          <a:xfrm>
            <a:off x="838200" y="1825625"/>
            <a:ext cx="10515600" cy="574675"/>
          </a:xfrm>
        </p:spPr>
        <p:txBody>
          <a:bodyPr>
            <a:normAutofit/>
          </a:bodyPr>
          <a:lstStyle/>
          <a:p>
            <a:pPr marL="0" indent="0" algn="just">
              <a:buNone/>
            </a:pPr>
            <a:r>
              <a:rPr lang="en-US" b="1" i="0" dirty="0">
                <a:solidFill>
                  <a:srgbClr val="273239"/>
                </a:solidFill>
                <a:effectLst/>
              </a:rPr>
              <a:t>Difference between Program and Process</a:t>
            </a:r>
          </a:p>
          <a:p>
            <a:pPr marL="0" indent="0" algn="just">
              <a:buNone/>
            </a:pPr>
            <a:endParaRPr lang="en-US" dirty="0">
              <a:solidFill>
                <a:srgbClr val="273239"/>
              </a:solidFill>
            </a:endParaRPr>
          </a:p>
        </p:txBody>
      </p:sp>
      <p:sp>
        <p:nvSpPr>
          <p:cNvPr id="5" name="TextBox 4">
            <a:extLst>
              <a:ext uri="{FF2B5EF4-FFF2-40B4-BE49-F238E27FC236}">
                <a16:creationId xmlns:a16="http://schemas.microsoft.com/office/drawing/2014/main" id="{DF9647ED-19BB-5306-3A43-BE29B853F830}"/>
              </a:ext>
            </a:extLst>
          </p:cNvPr>
          <p:cNvSpPr txBox="1"/>
          <p:nvPr/>
        </p:nvSpPr>
        <p:spPr>
          <a:xfrm>
            <a:off x="1045029" y="2792186"/>
            <a:ext cx="10308771" cy="3693319"/>
          </a:xfrm>
          <a:prstGeom prst="rect">
            <a:avLst/>
          </a:prstGeom>
          <a:noFill/>
        </p:spPr>
        <p:txBody>
          <a:bodyPr wrap="square" rtlCol="0">
            <a:spAutoFit/>
          </a:bodyPr>
          <a:lstStyle/>
          <a:p>
            <a:pPr marL="285750" indent="-285750">
              <a:buFont typeface="Arial" panose="020B0604020202020204" pitchFamily="34" charset="0"/>
              <a:buChar char="•"/>
            </a:pPr>
            <a:r>
              <a:rPr lang="en-US" sz="2400" b="0" i="0" dirty="0">
                <a:solidFill>
                  <a:srgbClr val="273239"/>
                </a:solidFill>
                <a:effectLst/>
              </a:rPr>
              <a:t>A </a:t>
            </a:r>
            <a:r>
              <a:rPr lang="en-US" sz="2400" b="0" i="0" dirty="0">
                <a:effectLst/>
              </a:rPr>
              <a:t>process </a:t>
            </a:r>
            <a:r>
              <a:rPr lang="en-US" sz="2400" b="0" i="0" dirty="0">
                <a:solidFill>
                  <a:srgbClr val="273239"/>
                </a:solidFill>
                <a:effectLst/>
              </a:rPr>
              <a:t>is an ‘active’ entity instead of a program, which is considered a ‘passive’ entity.</a:t>
            </a:r>
          </a:p>
          <a:p>
            <a:pPr marL="285750" indent="-285750">
              <a:buFont typeface="Arial" panose="020B0604020202020204" pitchFamily="34" charset="0"/>
              <a:buChar char="•"/>
            </a:pPr>
            <a:endParaRPr lang="en-US" sz="2400" dirty="0">
              <a:solidFill>
                <a:srgbClr val="273239"/>
              </a:solidFill>
            </a:endParaRPr>
          </a:p>
          <a:p>
            <a:pPr marL="285750" indent="-285750">
              <a:buFont typeface="Arial" panose="020B0604020202020204" pitchFamily="34" charset="0"/>
              <a:buChar char="•"/>
            </a:pPr>
            <a:r>
              <a:rPr lang="en-US" sz="2400" b="0" i="0" dirty="0">
                <a:solidFill>
                  <a:srgbClr val="273239"/>
                </a:solidFill>
                <a:effectLst/>
              </a:rPr>
              <a:t>A single program can create many processes when run multiple times; for example, when we open a .exe or binary file multiple times, multiple instances begin (multiple processes are created). </a:t>
            </a:r>
          </a:p>
          <a:p>
            <a:pPr marL="285750" indent="-285750">
              <a:buFont typeface="Arial" panose="020B0604020202020204" pitchFamily="34" charset="0"/>
              <a:buChar char="•"/>
            </a:pPr>
            <a:endParaRPr lang="en-US" sz="2400" dirty="0">
              <a:solidFill>
                <a:srgbClr val="273239"/>
              </a:solidFill>
            </a:endParaRPr>
          </a:p>
          <a:p>
            <a:pPr marL="285750" indent="-285750">
              <a:buFont typeface="Arial" panose="020B0604020202020204" pitchFamily="34" charset="0"/>
              <a:buChar char="•"/>
            </a:pPr>
            <a:r>
              <a:rPr lang="en-US" sz="2400" dirty="0">
                <a:solidFill>
                  <a:srgbClr val="273239"/>
                </a:solidFill>
              </a:rPr>
              <a:t>Process is created then Memory is allocated and PCB is created to keep various data and pointers related to addresses.</a:t>
            </a:r>
          </a:p>
          <a:p>
            <a:endParaRPr lang="en-IN" dirty="0"/>
          </a:p>
        </p:txBody>
      </p:sp>
    </p:spTree>
    <p:extLst>
      <p:ext uri="{BB962C8B-B14F-4D97-AF65-F5344CB8AC3E}">
        <p14:creationId xmlns:p14="http://schemas.microsoft.com/office/powerpoint/2010/main" val="1778054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26A31-87BA-BD62-DA05-A086EA86FD54}"/>
              </a:ext>
            </a:extLst>
          </p:cNvPr>
          <p:cNvSpPr>
            <a:spLocks noGrp="1"/>
          </p:cNvSpPr>
          <p:nvPr>
            <p:ph type="title"/>
          </p:nvPr>
        </p:nvSpPr>
        <p:spPr>
          <a:xfrm>
            <a:off x="1069848" y="484632"/>
            <a:ext cx="10058400" cy="707354"/>
          </a:xfrm>
        </p:spPr>
        <p:txBody>
          <a:bodyPr>
            <a:normAutofit fontScale="90000"/>
          </a:bodyPr>
          <a:lstStyle/>
          <a:p>
            <a:r>
              <a:rPr lang="en-IN" dirty="0"/>
              <a:t>Process Management</a:t>
            </a:r>
          </a:p>
        </p:txBody>
      </p:sp>
      <p:sp>
        <p:nvSpPr>
          <p:cNvPr id="3" name="Content Placeholder 2">
            <a:extLst>
              <a:ext uri="{FF2B5EF4-FFF2-40B4-BE49-F238E27FC236}">
                <a16:creationId xmlns:a16="http://schemas.microsoft.com/office/drawing/2014/main" id="{36E516A9-C9BC-5F71-4591-F7580DF2184D}"/>
              </a:ext>
            </a:extLst>
          </p:cNvPr>
          <p:cNvSpPr>
            <a:spLocks noGrp="1"/>
          </p:cNvSpPr>
          <p:nvPr>
            <p:ph idx="1"/>
          </p:nvPr>
        </p:nvSpPr>
        <p:spPr>
          <a:xfrm>
            <a:off x="838200" y="1402868"/>
            <a:ext cx="10515600" cy="707354"/>
          </a:xfrm>
        </p:spPr>
        <p:txBody>
          <a:bodyPr>
            <a:normAutofit/>
          </a:bodyPr>
          <a:lstStyle/>
          <a:p>
            <a:pPr marL="0" indent="0" algn="just">
              <a:buNone/>
            </a:pPr>
            <a:r>
              <a:rPr lang="en-US" b="1" i="0" dirty="0">
                <a:solidFill>
                  <a:srgbClr val="273239"/>
                </a:solidFill>
                <a:effectLst/>
              </a:rPr>
              <a:t>Process Management Tasks</a:t>
            </a:r>
          </a:p>
        </p:txBody>
      </p:sp>
      <p:sp>
        <p:nvSpPr>
          <p:cNvPr id="5" name="TextBox 4">
            <a:extLst>
              <a:ext uri="{FF2B5EF4-FFF2-40B4-BE49-F238E27FC236}">
                <a16:creationId xmlns:a16="http://schemas.microsoft.com/office/drawing/2014/main" id="{DF9647ED-19BB-5306-3A43-BE29B853F830}"/>
              </a:ext>
            </a:extLst>
          </p:cNvPr>
          <p:cNvSpPr txBox="1"/>
          <p:nvPr/>
        </p:nvSpPr>
        <p:spPr>
          <a:xfrm>
            <a:off x="838200" y="1822884"/>
            <a:ext cx="10308771" cy="502105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sz="2400" dirty="0"/>
              <a:t>Create a process or child process</a:t>
            </a:r>
          </a:p>
          <a:p>
            <a:pPr marL="285750" indent="-285750">
              <a:lnSpc>
                <a:spcPct val="150000"/>
              </a:lnSpc>
              <a:buFont typeface="Arial" panose="020B0604020202020204" pitchFamily="34" charset="0"/>
              <a:buChar char="•"/>
            </a:pPr>
            <a:r>
              <a:rPr lang="en-IN" sz="2400" dirty="0"/>
              <a:t>Ready the process</a:t>
            </a:r>
          </a:p>
          <a:p>
            <a:pPr marL="285750" indent="-285750">
              <a:lnSpc>
                <a:spcPct val="150000"/>
              </a:lnSpc>
              <a:buFont typeface="Arial" panose="020B0604020202020204" pitchFamily="34" charset="0"/>
              <a:buChar char="•"/>
            </a:pPr>
            <a:r>
              <a:rPr lang="en-IN" sz="2400" dirty="0"/>
              <a:t>Block a process</a:t>
            </a:r>
          </a:p>
          <a:p>
            <a:pPr marL="285750" indent="-285750">
              <a:lnSpc>
                <a:spcPct val="150000"/>
              </a:lnSpc>
              <a:buFont typeface="Arial" panose="020B0604020202020204" pitchFamily="34" charset="0"/>
              <a:buChar char="•"/>
            </a:pPr>
            <a:r>
              <a:rPr lang="en-IN" sz="2400" dirty="0"/>
              <a:t>Suspend a process</a:t>
            </a:r>
          </a:p>
          <a:p>
            <a:pPr marL="285750" indent="-285750">
              <a:lnSpc>
                <a:spcPct val="150000"/>
              </a:lnSpc>
              <a:buFont typeface="Arial" panose="020B0604020202020204" pitchFamily="34" charset="0"/>
              <a:buChar char="•"/>
            </a:pPr>
            <a:r>
              <a:rPr lang="en-IN" sz="2400" dirty="0"/>
              <a:t>Resume a process</a:t>
            </a:r>
          </a:p>
          <a:p>
            <a:pPr marL="285750" indent="-285750">
              <a:lnSpc>
                <a:spcPct val="150000"/>
              </a:lnSpc>
              <a:buFont typeface="Arial" panose="020B0604020202020204" pitchFamily="34" charset="0"/>
              <a:buChar char="•"/>
            </a:pPr>
            <a:r>
              <a:rPr lang="en-IN" sz="2400" dirty="0"/>
              <a:t>Delay a process</a:t>
            </a:r>
          </a:p>
          <a:p>
            <a:pPr marL="285750" indent="-285750">
              <a:lnSpc>
                <a:spcPct val="150000"/>
              </a:lnSpc>
              <a:buFont typeface="Arial" panose="020B0604020202020204" pitchFamily="34" charset="0"/>
              <a:buChar char="•"/>
            </a:pPr>
            <a:r>
              <a:rPr lang="en-IN" sz="2400" dirty="0"/>
              <a:t>Terminate a process</a:t>
            </a:r>
          </a:p>
          <a:p>
            <a:pPr marL="285750" indent="-285750">
              <a:lnSpc>
                <a:spcPct val="150000"/>
              </a:lnSpc>
              <a:buFont typeface="Arial" panose="020B0604020202020204" pitchFamily="34" charset="0"/>
              <a:buChar char="•"/>
            </a:pPr>
            <a:r>
              <a:rPr lang="en-IN" sz="2400" dirty="0"/>
              <a:t>Wait for a child process to Terminate</a:t>
            </a:r>
          </a:p>
          <a:p>
            <a:pPr marL="285750" indent="-285750">
              <a:lnSpc>
                <a:spcPct val="150000"/>
              </a:lnSpc>
              <a:buFont typeface="Arial" panose="020B0604020202020204" pitchFamily="34" charset="0"/>
              <a:buChar char="•"/>
            </a:pPr>
            <a:r>
              <a:rPr lang="en-IN" sz="2400" dirty="0"/>
              <a:t>Change the priority of a process</a:t>
            </a:r>
          </a:p>
        </p:txBody>
      </p:sp>
    </p:spTree>
    <p:extLst>
      <p:ext uri="{BB962C8B-B14F-4D97-AF65-F5344CB8AC3E}">
        <p14:creationId xmlns:p14="http://schemas.microsoft.com/office/powerpoint/2010/main" val="896298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26A31-87BA-BD62-DA05-A086EA86FD54}"/>
              </a:ext>
            </a:extLst>
          </p:cNvPr>
          <p:cNvSpPr>
            <a:spLocks noGrp="1"/>
          </p:cNvSpPr>
          <p:nvPr>
            <p:ph type="title"/>
          </p:nvPr>
        </p:nvSpPr>
        <p:spPr>
          <a:xfrm>
            <a:off x="1069848" y="484632"/>
            <a:ext cx="10058400" cy="708715"/>
          </a:xfrm>
        </p:spPr>
        <p:txBody>
          <a:bodyPr>
            <a:normAutofit fontScale="90000"/>
          </a:bodyPr>
          <a:lstStyle/>
          <a:p>
            <a:r>
              <a:rPr lang="en-IN" dirty="0"/>
              <a:t>Process Management</a:t>
            </a:r>
          </a:p>
        </p:txBody>
      </p:sp>
      <p:sp>
        <p:nvSpPr>
          <p:cNvPr id="3" name="Content Placeholder 2">
            <a:extLst>
              <a:ext uri="{FF2B5EF4-FFF2-40B4-BE49-F238E27FC236}">
                <a16:creationId xmlns:a16="http://schemas.microsoft.com/office/drawing/2014/main" id="{36E516A9-C9BC-5F71-4591-F7580DF2184D}"/>
              </a:ext>
            </a:extLst>
          </p:cNvPr>
          <p:cNvSpPr>
            <a:spLocks noGrp="1"/>
          </p:cNvSpPr>
          <p:nvPr>
            <p:ph idx="1"/>
          </p:nvPr>
        </p:nvSpPr>
        <p:spPr>
          <a:xfrm>
            <a:off x="838200" y="1403350"/>
            <a:ext cx="10515600" cy="574675"/>
          </a:xfrm>
        </p:spPr>
        <p:txBody>
          <a:bodyPr>
            <a:normAutofit/>
          </a:bodyPr>
          <a:lstStyle/>
          <a:p>
            <a:pPr marL="0" indent="0" algn="just">
              <a:buNone/>
            </a:pPr>
            <a:r>
              <a:rPr lang="en-US" b="1" i="0" dirty="0">
                <a:solidFill>
                  <a:srgbClr val="273239"/>
                </a:solidFill>
                <a:effectLst/>
              </a:rPr>
              <a:t>Memory Layout of Process</a:t>
            </a:r>
          </a:p>
        </p:txBody>
      </p:sp>
      <p:pic>
        <p:nvPicPr>
          <p:cNvPr id="1026" name="Picture 2" descr="process">
            <a:extLst>
              <a:ext uri="{FF2B5EF4-FFF2-40B4-BE49-F238E27FC236}">
                <a16:creationId xmlns:a16="http://schemas.microsoft.com/office/drawing/2014/main" id="{365511F4-0C27-297A-9D88-5B39042406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372" y="1978025"/>
            <a:ext cx="4131129" cy="4514850"/>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51B5B8F2-2652-0FDB-17D6-C16C666EEBCF}"/>
              </a:ext>
            </a:extLst>
          </p:cNvPr>
          <p:cNvCxnSpPr/>
          <p:nvPr/>
        </p:nvCxnSpPr>
        <p:spPr>
          <a:xfrm>
            <a:off x="4506686" y="2514599"/>
            <a:ext cx="9633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D748DF4-3E3D-4C52-E21B-FFF0462A2217}"/>
              </a:ext>
            </a:extLst>
          </p:cNvPr>
          <p:cNvSpPr txBox="1"/>
          <p:nvPr/>
        </p:nvSpPr>
        <p:spPr>
          <a:xfrm>
            <a:off x="5649686" y="2188028"/>
            <a:ext cx="5704114" cy="646331"/>
          </a:xfrm>
          <a:prstGeom prst="rect">
            <a:avLst/>
          </a:prstGeom>
          <a:noFill/>
        </p:spPr>
        <p:txBody>
          <a:bodyPr wrap="square" rtlCol="0">
            <a:spAutoFit/>
          </a:bodyPr>
          <a:lstStyle/>
          <a:p>
            <a:r>
              <a:rPr lang="en-US" b="0" i="0" dirty="0">
                <a:solidFill>
                  <a:srgbClr val="273239"/>
                </a:solidFill>
                <a:effectLst/>
                <a:latin typeface="Nunito" pitchFamily="2" charset="0"/>
              </a:rPr>
              <a:t>The stack contains temporary data, such as function parameters, returns addresses, and local variables. </a:t>
            </a:r>
            <a:endParaRPr lang="en-IN" dirty="0"/>
          </a:p>
        </p:txBody>
      </p:sp>
      <p:sp>
        <p:nvSpPr>
          <p:cNvPr id="8" name="TextBox 7">
            <a:extLst>
              <a:ext uri="{FF2B5EF4-FFF2-40B4-BE49-F238E27FC236}">
                <a16:creationId xmlns:a16="http://schemas.microsoft.com/office/drawing/2014/main" id="{F6329906-C134-93B0-C17E-5B49F485C128}"/>
              </a:ext>
            </a:extLst>
          </p:cNvPr>
          <p:cNvSpPr txBox="1"/>
          <p:nvPr/>
        </p:nvSpPr>
        <p:spPr>
          <a:xfrm>
            <a:off x="5470072" y="5772771"/>
            <a:ext cx="5704114" cy="369332"/>
          </a:xfrm>
          <a:prstGeom prst="rect">
            <a:avLst/>
          </a:prstGeom>
          <a:noFill/>
        </p:spPr>
        <p:txBody>
          <a:bodyPr wrap="square" rtlCol="0">
            <a:spAutoFit/>
          </a:bodyPr>
          <a:lstStyle/>
          <a:p>
            <a:r>
              <a:rPr lang="en-US" b="0" i="0" dirty="0">
                <a:solidFill>
                  <a:srgbClr val="273239"/>
                </a:solidFill>
                <a:effectLst/>
                <a:latin typeface="Nunito" pitchFamily="2" charset="0"/>
              </a:rPr>
              <a:t>Contains binary code   </a:t>
            </a:r>
            <a:endParaRPr lang="en-IN" dirty="0"/>
          </a:p>
        </p:txBody>
      </p:sp>
      <p:cxnSp>
        <p:nvCxnSpPr>
          <p:cNvPr id="9" name="Straight Arrow Connector 8">
            <a:extLst>
              <a:ext uri="{FF2B5EF4-FFF2-40B4-BE49-F238E27FC236}">
                <a16:creationId xmlns:a16="http://schemas.microsoft.com/office/drawing/2014/main" id="{12457D20-A0A1-10A0-26E2-56B6C32E4147}"/>
              </a:ext>
            </a:extLst>
          </p:cNvPr>
          <p:cNvCxnSpPr/>
          <p:nvPr/>
        </p:nvCxnSpPr>
        <p:spPr>
          <a:xfrm>
            <a:off x="4506686" y="5957437"/>
            <a:ext cx="9633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B7202E82-15B2-4D0D-94E8-BD99F8153F07}"/>
              </a:ext>
            </a:extLst>
          </p:cNvPr>
          <p:cNvCxnSpPr/>
          <p:nvPr/>
        </p:nvCxnSpPr>
        <p:spPr>
          <a:xfrm>
            <a:off x="4506686" y="5326065"/>
            <a:ext cx="9633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30308AE-1BB0-86A2-2962-A732CB1398B5}"/>
              </a:ext>
            </a:extLst>
          </p:cNvPr>
          <p:cNvSpPr txBox="1"/>
          <p:nvPr/>
        </p:nvSpPr>
        <p:spPr>
          <a:xfrm>
            <a:off x="5470072" y="5126440"/>
            <a:ext cx="5704114" cy="369332"/>
          </a:xfrm>
          <a:prstGeom prst="rect">
            <a:avLst/>
          </a:prstGeom>
          <a:noFill/>
        </p:spPr>
        <p:txBody>
          <a:bodyPr wrap="square" rtlCol="0">
            <a:spAutoFit/>
          </a:bodyPr>
          <a:lstStyle/>
          <a:p>
            <a:r>
              <a:rPr lang="en-US" dirty="0">
                <a:solidFill>
                  <a:srgbClr val="273239"/>
                </a:solidFill>
                <a:latin typeface="Nunito" pitchFamily="2" charset="0"/>
              </a:rPr>
              <a:t>Global Data</a:t>
            </a:r>
            <a:r>
              <a:rPr lang="en-US" b="0" i="0" dirty="0">
                <a:solidFill>
                  <a:srgbClr val="273239"/>
                </a:solidFill>
                <a:effectLst/>
                <a:latin typeface="Nunito" pitchFamily="2" charset="0"/>
              </a:rPr>
              <a:t>  </a:t>
            </a:r>
            <a:endParaRPr lang="en-IN" dirty="0"/>
          </a:p>
        </p:txBody>
      </p:sp>
      <p:cxnSp>
        <p:nvCxnSpPr>
          <p:cNvPr id="12" name="Straight Arrow Connector 11">
            <a:extLst>
              <a:ext uri="{FF2B5EF4-FFF2-40B4-BE49-F238E27FC236}">
                <a16:creationId xmlns:a16="http://schemas.microsoft.com/office/drawing/2014/main" id="{A401176F-825C-1DCE-5DEB-92BC87664DAE}"/>
              </a:ext>
            </a:extLst>
          </p:cNvPr>
          <p:cNvCxnSpPr/>
          <p:nvPr/>
        </p:nvCxnSpPr>
        <p:spPr>
          <a:xfrm>
            <a:off x="4503965" y="4659085"/>
            <a:ext cx="9633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3C6451D-7714-FC36-F6B2-3626AB8B4777}"/>
              </a:ext>
            </a:extLst>
          </p:cNvPr>
          <p:cNvSpPr txBox="1"/>
          <p:nvPr/>
        </p:nvSpPr>
        <p:spPr>
          <a:xfrm>
            <a:off x="5467351" y="4346244"/>
            <a:ext cx="5704114" cy="646331"/>
          </a:xfrm>
          <a:prstGeom prst="rect">
            <a:avLst/>
          </a:prstGeom>
          <a:noFill/>
        </p:spPr>
        <p:txBody>
          <a:bodyPr wrap="square" rtlCol="0">
            <a:spAutoFit/>
          </a:bodyPr>
          <a:lstStyle/>
          <a:p>
            <a:r>
              <a:rPr lang="en-US" b="0" i="0" dirty="0">
                <a:solidFill>
                  <a:srgbClr val="273239"/>
                </a:solidFill>
                <a:effectLst/>
                <a:latin typeface="Nunito" pitchFamily="2" charset="0"/>
              </a:rPr>
              <a:t>Dynamically allocated memory to process during its run time.</a:t>
            </a:r>
            <a:endParaRPr lang="en-IN" dirty="0"/>
          </a:p>
        </p:txBody>
      </p:sp>
    </p:spTree>
    <p:extLst>
      <p:ext uri="{BB962C8B-B14F-4D97-AF65-F5344CB8AC3E}">
        <p14:creationId xmlns:p14="http://schemas.microsoft.com/office/powerpoint/2010/main" val="1019645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26A31-87BA-BD62-DA05-A086EA86FD54}"/>
              </a:ext>
            </a:extLst>
          </p:cNvPr>
          <p:cNvSpPr>
            <a:spLocks noGrp="1"/>
          </p:cNvSpPr>
          <p:nvPr>
            <p:ph type="title"/>
          </p:nvPr>
        </p:nvSpPr>
        <p:spPr>
          <a:xfrm>
            <a:off x="1069848" y="484632"/>
            <a:ext cx="10058400" cy="625711"/>
          </a:xfrm>
        </p:spPr>
        <p:txBody>
          <a:bodyPr>
            <a:normAutofit fontScale="90000"/>
          </a:bodyPr>
          <a:lstStyle/>
          <a:p>
            <a:r>
              <a:rPr lang="en-IN" dirty="0"/>
              <a:t>Process Management</a:t>
            </a:r>
          </a:p>
        </p:txBody>
      </p:sp>
      <p:sp>
        <p:nvSpPr>
          <p:cNvPr id="3" name="Content Placeholder 2">
            <a:extLst>
              <a:ext uri="{FF2B5EF4-FFF2-40B4-BE49-F238E27FC236}">
                <a16:creationId xmlns:a16="http://schemas.microsoft.com/office/drawing/2014/main" id="{36E516A9-C9BC-5F71-4591-F7580DF2184D}"/>
              </a:ext>
            </a:extLst>
          </p:cNvPr>
          <p:cNvSpPr>
            <a:spLocks noGrp="1"/>
          </p:cNvSpPr>
          <p:nvPr>
            <p:ph idx="1"/>
          </p:nvPr>
        </p:nvSpPr>
        <p:spPr>
          <a:xfrm>
            <a:off x="838200" y="1403350"/>
            <a:ext cx="4909457" cy="5089525"/>
          </a:xfrm>
        </p:spPr>
        <p:txBody>
          <a:bodyPr>
            <a:normAutofit/>
          </a:bodyPr>
          <a:lstStyle/>
          <a:p>
            <a:pPr marL="0" indent="0" algn="just">
              <a:buNone/>
            </a:pPr>
            <a:r>
              <a:rPr lang="en-US" b="1" i="0" dirty="0">
                <a:solidFill>
                  <a:srgbClr val="273239"/>
                </a:solidFill>
                <a:effectLst/>
              </a:rPr>
              <a:t>PCB (Process Control Block)</a:t>
            </a:r>
          </a:p>
          <a:p>
            <a:pPr marL="0" indent="0" algn="just">
              <a:buNone/>
            </a:pPr>
            <a:endParaRPr lang="en-US" b="1" dirty="0">
              <a:solidFill>
                <a:srgbClr val="273239"/>
              </a:solidFill>
            </a:endParaRPr>
          </a:p>
          <a:p>
            <a:pPr marL="0" indent="0" algn="just">
              <a:buNone/>
            </a:pPr>
            <a:r>
              <a:rPr lang="en-US" sz="2400" b="0" i="0" dirty="0">
                <a:solidFill>
                  <a:srgbClr val="273239"/>
                </a:solidFill>
                <a:effectLst/>
                <a:latin typeface="Nunito" pitchFamily="2" charset="0"/>
              </a:rPr>
              <a:t>A process control block (PCB) contains information about the process, i.e. registers, quantum, priority, etc. The process table is an array of PCBs, that means logically contains a </a:t>
            </a:r>
            <a:r>
              <a:rPr lang="en-US" sz="2400" b="0" i="0" dirty="0">
                <a:effectLst/>
                <a:latin typeface="Nunito" pitchFamily="2" charset="0"/>
              </a:rPr>
              <a:t>PCB </a:t>
            </a:r>
            <a:r>
              <a:rPr lang="en-US" sz="2400" b="0" i="0" dirty="0">
                <a:solidFill>
                  <a:srgbClr val="273239"/>
                </a:solidFill>
                <a:effectLst/>
                <a:latin typeface="Nunito" pitchFamily="2" charset="0"/>
              </a:rPr>
              <a:t>for all of the current processes in the system.</a:t>
            </a:r>
            <a:r>
              <a:rPr lang="en-US" sz="2400" b="1" i="0" dirty="0">
                <a:solidFill>
                  <a:srgbClr val="273239"/>
                </a:solidFill>
                <a:effectLst/>
              </a:rPr>
              <a:t> </a:t>
            </a:r>
          </a:p>
          <a:p>
            <a:pPr marL="0" indent="0" algn="just">
              <a:buNone/>
            </a:pPr>
            <a:endParaRPr lang="en-US" b="1" dirty="0">
              <a:solidFill>
                <a:srgbClr val="273239"/>
              </a:solidFill>
            </a:endParaRPr>
          </a:p>
        </p:txBody>
      </p:sp>
      <p:pic>
        <p:nvPicPr>
          <p:cNvPr id="2062" name="Picture 14" descr="What is Process Control Block (PCB) in Operating System? - Binary Terms">
            <a:extLst>
              <a:ext uri="{FF2B5EF4-FFF2-40B4-BE49-F238E27FC236}">
                <a16:creationId xmlns:a16="http://schemas.microsoft.com/office/drawing/2014/main" id="{6FB2D32A-7239-42FF-D408-920EEB0F93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7371" y="681720"/>
            <a:ext cx="4016828" cy="59599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6195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26A31-87BA-BD62-DA05-A086EA86FD54}"/>
              </a:ext>
            </a:extLst>
          </p:cNvPr>
          <p:cNvSpPr>
            <a:spLocks noGrp="1"/>
          </p:cNvSpPr>
          <p:nvPr>
            <p:ph type="title"/>
          </p:nvPr>
        </p:nvSpPr>
        <p:spPr>
          <a:xfrm>
            <a:off x="1069848" y="484632"/>
            <a:ext cx="10058400" cy="642039"/>
          </a:xfrm>
        </p:spPr>
        <p:txBody>
          <a:bodyPr>
            <a:normAutofit fontScale="90000"/>
          </a:bodyPr>
          <a:lstStyle/>
          <a:p>
            <a:r>
              <a:rPr lang="en-IN" dirty="0"/>
              <a:t>Process Management</a:t>
            </a:r>
          </a:p>
        </p:txBody>
      </p:sp>
      <p:sp>
        <p:nvSpPr>
          <p:cNvPr id="3" name="Content Placeholder 2">
            <a:extLst>
              <a:ext uri="{FF2B5EF4-FFF2-40B4-BE49-F238E27FC236}">
                <a16:creationId xmlns:a16="http://schemas.microsoft.com/office/drawing/2014/main" id="{36E516A9-C9BC-5F71-4591-F7580DF2184D}"/>
              </a:ext>
            </a:extLst>
          </p:cNvPr>
          <p:cNvSpPr>
            <a:spLocks noGrp="1"/>
          </p:cNvSpPr>
          <p:nvPr>
            <p:ph idx="1"/>
          </p:nvPr>
        </p:nvSpPr>
        <p:spPr>
          <a:xfrm>
            <a:off x="838200" y="1403350"/>
            <a:ext cx="10820400" cy="5089525"/>
          </a:xfrm>
        </p:spPr>
        <p:txBody>
          <a:bodyPr>
            <a:normAutofit fontScale="92500" lnSpcReduction="10000"/>
          </a:bodyPr>
          <a:lstStyle/>
          <a:p>
            <a:pPr marL="0" indent="0" algn="just">
              <a:buNone/>
            </a:pPr>
            <a:r>
              <a:rPr lang="en-US" b="1" i="0" dirty="0">
                <a:solidFill>
                  <a:srgbClr val="273239"/>
                </a:solidFill>
                <a:effectLst/>
              </a:rPr>
              <a:t>PCB (Process Control Block)</a:t>
            </a:r>
          </a:p>
          <a:p>
            <a:pPr algn="l" fontAlgn="base">
              <a:buFont typeface="+mj-lt"/>
              <a:buAutoNum type="arabicPeriod"/>
            </a:pPr>
            <a:r>
              <a:rPr lang="en-US" sz="2100" b="1" i="0" dirty="0">
                <a:solidFill>
                  <a:srgbClr val="273239"/>
                </a:solidFill>
                <a:effectLst/>
                <a:latin typeface="Nunito" pitchFamily="2" charset="0"/>
              </a:rPr>
              <a:t>Pointer:</a:t>
            </a:r>
            <a:r>
              <a:rPr lang="en-US" sz="2100" b="0" i="0" dirty="0">
                <a:solidFill>
                  <a:srgbClr val="273239"/>
                </a:solidFill>
                <a:effectLst/>
                <a:latin typeface="Nunito" pitchFamily="2" charset="0"/>
              </a:rPr>
              <a:t> It is a stack pointer that is required to be saved when the process is switched from one state to another to retain the current position of the process.</a:t>
            </a:r>
          </a:p>
          <a:p>
            <a:pPr algn="l" fontAlgn="base">
              <a:buFont typeface="+mj-lt"/>
              <a:buAutoNum type="arabicPeriod" startAt="2"/>
            </a:pPr>
            <a:r>
              <a:rPr lang="en-US" sz="2100" b="1" i="0" dirty="0">
                <a:solidFill>
                  <a:srgbClr val="273239"/>
                </a:solidFill>
                <a:effectLst/>
                <a:latin typeface="Nunito" pitchFamily="2" charset="0"/>
              </a:rPr>
              <a:t>Process state:</a:t>
            </a:r>
            <a:r>
              <a:rPr lang="en-US" sz="2100" b="0" i="0" dirty="0">
                <a:solidFill>
                  <a:srgbClr val="273239"/>
                </a:solidFill>
                <a:effectLst/>
                <a:latin typeface="Nunito" pitchFamily="2" charset="0"/>
              </a:rPr>
              <a:t> It stores the respective state of the process.</a:t>
            </a:r>
          </a:p>
          <a:p>
            <a:pPr algn="l" fontAlgn="base">
              <a:buFont typeface="+mj-lt"/>
              <a:buAutoNum type="arabicPeriod" startAt="3"/>
            </a:pPr>
            <a:r>
              <a:rPr lang="en-US" sz="2100" b="1" i="0" dirty="0">
                <a:solidFill>
                  <a:srgbClr val="273239"/>
                </a:solidFill>
                <a:effectLst/>
                <a:latin typeface="Nunito" pitchFamily="2" charset="0"/>
              </a:rPr>
              <a:t>Process priority:</a:t>
            </a:r>
            <a:r>
              <a:rPr lang="en-US" sz="2100" b="0" i="0" dirty="0">
                <a:solidFill>
                  <a:srgbClr val="273239"/>
                </a:solidFill>
                <a:effectLst/>
                <a:latin typeface="Nunito" pitchFamily="2" charset="0"/>
              </a:rPr>
              <a:t> Every process is assigned a priority according to which it is scheduled for execution </a:t>
            </a:r>
          </a:p>
          <a:p>
            <a:pPr algn="l" fontAlgn="base">
              <a:buFont typeface="+mj-lt"/>
              <a:buAutoNum type="arabicPeriod" startAt="3"/>
            </a:pPr>
            <a:r>
              <a:rPr lang="en-US" sz="2100" b="1" i="0" dirty="0">
                <a:solidFill>
                  <a:srgbClr val="273239"/>
                </a:solidFill>
                <a:effectLst/>
                <a:latin typeface="Nunito" pitchFamily="2" charset="0"/>
              </a:rPr>
              <a:t> Accounting Info: </a:t>
            </a:r>
            <a:r>
              <a:rPr lang="en-US" sz="2100" dirty="0">
                <a:solidFill>
                  <a:srgbClr val="273239"/>
                </a:solidFill>
                <a:latin typeface="Nunito" pitchFamily="2" charset="0"/>
              </a:rPr>
              <a:t>Tracks resource usage for monitoring and optimization, including CPU time, memory usage, and I/O activities.</a:t>
            </a:r>
          </a:p>
          <a:p>
            <a:pPr algn="l" fontAlgn="base">
              <a:buFont typeface="+mj-lt"/>
              <a:buAutoNum type="arabicPeriod" startAt="3"/>
            </a:pPr>
            <a:r>
              <a:rPr lang="en-US" sz="2100" b="1" i="0" dirty="0">
                <a:solidFill>
                  <a:srgbClr val="273239"/>
                </a:solidFill>
                <a:effectLst/>
                <a:latin typeface="Nunito" pitchFamily="2" charset="0"/>
              </a:rPr>
              <a:t>Program counter:</a:t>
            </a:r>
            <a:r>
              <a:rPr lang="en-US" sz="2100" b="0" i="0" dirty="0">
                <a:solidFill>
                  <a:srgbClr val="273239"/>
                </a:solidFill>
                <a:effectLst/>
                <a:latin typeface="Nunito" pitchFamily="2" charset="0"/>
              </a:rPr>
              <a:t> It stores the counter,</a:t>
            </a:r>
            <a:r>
              <a:rPr lang="en-US" sz="2100" b="1" i="0" dirty="0">
                <a:solidFill>
                  <a:srgbClr val="273239"/>
                </a:solidFill>
                <a:effectLst/>
                <a:latin typeface="Nunito" pitchFamily="2" charset="0"/>
              </a:rPr>
              <a:t>:</a:t>
            </a:r>
            <a:r>
              <a:rPr lang="en-US" sz="2100" b="0" i="0" dirty="0">
                <a:solidFill>
                  <a:srgbClr val="273239"/>
                </a:solidFill>
                <a:effectLst/>
                <a:latin typeface="Nunito" pitchFamily="2" charset="0"/>
              </a:rPr>
              <a:t> which contains the address of the next instruction that is to be executed for the process.</a:t>
            </a:r>
          </a:p>
          <a:p>
            <a:pPr algn="l" fontAlgn="base">
              <a:buFont typeface="+mj-lt"/>
              <a:buAutoNum type="arabicPeriod" startAt="5"/>
            </a:pPr>
            <a:r>
              <a:rPr lang="en-US" sz="2100" b="1" i="0" dirty="0">
                <a:solidFill>
                  <a:srgbClr val="273239"/>
                </a:solidFill>
                <a:effectLst/>
                <a:latin typeface="Nunito" pitchFamily="2" charset="0"/>
              </a:rPr>
              <a:t>Register:</a:t>
            </a:r>
            <a:r>
              <a:rPr lang="en-US" sz="2100" b="0" i="0" dirty="0">
                <a:solidFill>
                  <a:srgbClr val="273239"/>
                </a:solidFill>
                <a:effectLst/>
                <a:latin typeface="Nunito" pitchFamily="2" charset="0"/>
              </a:rPr>
              <a:t> These are the CPU registers which include the accumulator, base, registers, and general-purpose registers.</a:t>
            </a:r>
          </a:p>
          <a:p>
            <a:pPr algn="l" fontAlgn="base">
              <a:buFont typeface="+mj-lt"/>
              <a:buAutoNum type="arabicPeriod" startAt="6"/>
            </a:pPr>
            <a:r>
              <a:rPr lang="en-US" sz="2100" b="1" i="0" dirty="0">
                <a:solidFill>
                  <a:srgbClr val="273239"/>
                </a:solidFill>
                <a:effectLst/>
                <a:latin typeface="Nunito" pitchFamily="2" charset="0"/>
              </a:rPr>
              <a:t>Memory limits: </a:t>
            </a:r>
            <a:r>
              <a:rPr lang="en-US" sz="2100" b="0" i="0" dirty="0">
                <a:solidFill>
                  <a:srgbClr val="273239"/>
                </a:solidFill>
                <a:effectLst/>
                <a:latin typeface="Nunito" pitchFamily="2" charset="0"/>
              </a:rPr>
              <a:t>This field contains the information about memory management system used by the operating system. This may include page tables, segment tables, etc.</a:t>
            </a:r>
          </a:p>
          <a:p>
            <a:pPr algn="l" fontAlgn="base">
              <a:buFont typeface="+mj-lt"/>
              <a:buAutoNum type="arabicPeriod" startAt="7"/>
            </a:pPr>
            <a:r>
              <a:rPr lang="en-US" sz="2100" b="1" i="0" dirty="0">
                <a:solidFill>
                  <a:srgbClr val="273239"/>
                </a:solidFill>
                <a:effectLst/>
                <a:latin typeface="Nunito" pitchFamily="2" charset="0"/>
              </a:rPr>
              <a:t>Open files list</a:t>
            </a:r>
            <a:r>
              <a:rPr lang="en-US" sz="2100" b="0" i="0" dirty="0">
                <a:solidFill>
                  <a:srgbClr val="273239"/>
                </a:solidFill>
                <a:effectLst/>
                <a:latin typeface="Nunito" pitchFamily="2" charset="0"/>
              </a:rPr>
              <a:t> </a:t>
            </a:r>
            <a:r>
              <a:rPr lang="en-US" sz="2100" b="1" i="0" dirty="0">
                <a:solidFill>
                  <a:srgbClr val="273239"/>
                </a:solidFill>
                <a:effectLst/>
                <a:latin typeface="Nunito" pitchFamily="2" charset="0"/>
              </a:rPr>
              <a:t>:</a:t>
            </a:r>
            <a:r>
              <a:rPr lang="en-US" sz="2100" b="0" i="0" dirty="0">
                <a:solidFill>
                  <a:srgbClr val="273239"/>
                </a:solidFill>
                <a:effectLst/>
                <a:latin typeface="Nunito" pitchFamily="2" charset="0"/>
              </a:rPr>
              <a:t> This information includes the list of files opened for a process.</a:t>
            </a:r>
          </a:p>
          <a:p>
            <a:pPr marL="0" indent="0" algn="just">
              <a:buNone/>
            </a:pPr>
            <a:endParaRPr lang="en-US" b="1" dirty="0">
              <a:solidFill>
                <a:srgbClr val="273239"/>
              </a:solidFill>
            </a:endParaRPr>
          </a:p>
          <a:p>
            <a:pPr marL="0" indent="0" algn="just">
              <a:buNone/>
            </a:pPr>
            <a:endParaRPr lang="en-US" sz="2400" b="1" i="0" dirty="0">
              <a:solidFill>
                <a:srgbClr val="273239"/>
              </a:solidFill>
              <a:effectLst/>
            </a:endParaRPr>
          </a:p>
          <a:p>
            <a:pPr marL="0" indent="0" algn="just">
              <a:buNone/>
            </a:pPr>
            <a:endParaRPr lang="en-US" b="1" dirty="0">
              <a:solidFill>
                <a:srgbClr val="273239"/>
              </a:solidFill>
            </a:endParaRPr>
          </a:p>
        </p:txBody>
      </p:sp>
    </p:spTree>
    <p:extLst>
      <p:ext uri="{BB962C8B-B14F-4D97-AF65-F5344CB8AC3E}">
        <p14:creationId xmlns:p14="http://schemas.microsoft.com/office/powerpoint/2010/main" val="2575275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26A31-87BA-BD62-DA05-A086EA86FD54}"/>
              </a:ext>
            </a:extLst>
          </p:cNvPr>
          <p:cNvSpPr>
            <a:spLocks noGrp="1"/>
          </p:cNvSpPr>
          <p:nvPr>
            <p:ph type="title"/>
          </p:nvPr>
        </p:nvSpPr>
        <p:spPr>
          <a:xfrm>
            <a:off x="1069848" y="484632"/>
            <a:ext cx="10058400" cy="642039"/>
          </a:xfrm>
        </p:spPr>
        <p:txBody>
          <a:bodyPr>
            <a:normAutofit fontScale="90000"/>
          </a:bodyPr>
          <a:lstStyle/>
          <a:p>
            <a:r>
              <a:rPr lang="en-IN" dirty="0"/>
              <a:t>Process Management</a:t>
            </a:r>
          </a:p>
        </p:txBody>
      </p:sp>
      <p:sp>
        <p:nvSpPr>
          <p:cNvPr id="3" name="Content Placeholder 2">
            <a:extLst>
              <a:ext uri="{FF2B5EF4-FFF2-40B4-BE49-F238E27FC236}">
                <a16:creationId xmlns:a16="http://schemas.microsoft.com/office/drawing/2014/main" id="{36E516A9-C9BC-5F71-4591-F7580DF2184D}"/>
              </a:ext>
            </a:extLst>
          </p:cNvPr>
          <p:cNvSpPr>
            <a:spLocks noGrp="1"/>
          </p:cNvSpPr>
          <p:nvPr>
            <p:ph idx="1"/>
          </p:nvPr>
        </p:nvSpPr>
        <p:spPr>
          <a:xfrm>
            <a:off x="838200" y="1403350"/>
            <a:ext cx="10820400" cy="5089525"/>
          </a:xfrm>
        </p:spPr>
        <p:txBody>
          <a:bodyPr>
            <a:normAutofit fontScale="92500" lnSpcReduction="10000"/>
          </a:bodyPr>
          <a:lstStyle/>
          <a:p>
            <a:pPr marL="0" indent="0" algn="just">
              <a:buNone/>
            </a:pPr>
            <a:r>
              <a:rPr lang="en-US" b="1" i="0" dirty="0">
                <a:solidFill>
                  <a:srgbClr val="273239"/>
                </a:solidFill>
                <a:effectLst/>
              </a:rPr>
              <a:t>PCB (Process Control Block) Need ………</a:t>
            </a:r>
          </a:p>
          <a:p>
            <a:pPr algn="l">
              <a:buFont typeface="Arial" panose="020B0604020202020204" pitchFamily="34" charset="0"/>
              <a:buChar char="•"/>
            </a:pPr>
            <a:r>
              <a:rPr lang="en-US" sz="2400" b="1" i="0" dirty="0">
                <a:solidFill>
                  <a:srgbClr val="36393E"/>
                </a:solidFill>
                <a:effectLst/>
                <a:latin typeface="Muli"/>
              </a:rPr>
              <a:t>Process Management:</a:t>
            </a:r>
            <a:r>
              <a:rPr lang="en-US" sz="2400" b="0" i="0" dirty="0">
                <a:solidFill>
                  <a:srgbClr val="36393E"/>
                </a:solidFill>
                <a:effectLst/>
                <a:latin typeface="Muli"/>
              </a:rPr>
              <a:t> PCBs are used to represent and manage each process or thread in the system. They store essential information about the process, such as its program counter, stack pointer, registers, and state (e.g., running, ready, or blocked).</a:t>
            </a:r>
          </a:p>
          <a:p>
            <a:pPr algn="l">
              <a:buFont typeface="Arial" panose="020B0604020202020204" pitchFamily="34" charset="0"/>
              <a:buChar char="•"/>
            </a:pPr>
            <a:r>
              <a:rPr lang="en-US" sz="2400" b="1" i="0" dirty="0">
                <a:solidFill>
                  <a:srgbClr val="36393E"/>
                </a:solidFill>
                <a:effectLst/>
                <a:latin typeface="Muli"/>
              </a:rPr>
              <a:t>Context Switching:</a:t>
            </a:r>
            <a:r>
              <a:rPr lang="en-US" sz="2400" b="0" i="0" dirty="0">
                <a:solidFill>
                  <a:srgbClr val="36393E"/>
                </a:solidFill>
                <a:effectLst/>
                <a:latin typeface="Muli"/>
              </a:rPr>
              <a:t> The operating system relies on PCBs to perform context switching, which is the process of saving the current state of a running process and loading the state of another process that's ready to run. PCBs contain the information needed for these context switches, making multitasking possible.</a:t>
            </a:r>
          </a:p>
          <a:p>
            <a:pPr algn="l">
              <a:buFont typeface="Arial" panose="020B0604020202020204" pitchFamily="34" charset="0"/>
              <a:buChar char="•"/>
            </a:pPr>
            <a:r>
              <a:rPr lang="en-US" sz="2400" b="1" i="0" dirty="0">
                <a:solidFill>
                  <a:srgbClr val="36393E"/>
                </a:solidFill>
                <a:effectLst/>
                <a:latin typeface="Muli"/>
              </a:rPr>
              <a:t>Process Scheduling:</a:t>
            </a:r>
            <a:r>
              <a:rPr lang="en-US" sz="2400" b="0" i="0" dirty="0">
                <a:solidFill>
                  <a:srgbClr val="36393E"/>
                </a:solidFill>
                <a:effectLst/>
                <a:latin typeface="Muli"/>
              </a:rPr>
              <a:t> PCBs store information related to process priorities, resource requirements, and execution history. This information is crucial for the operating system's scheduler to determine the next process to run. It helps in achieving fair allocation of CPU time among processes and threads.</a:t>
            </a:r>
          </a:p>
          <a:p>
            <a:pPr algn="l">
              <a:buFont typeface="Arial" panose="020B0604020202020204" pitchFamily="34" charset="0"/>
              <a:buChar char="•"/>
            </a:pPr>
            <a:r>
              <a:rPr lang="en-US" sz="2400" b="1" i="0" dirty="0">
                <a:solidFill>
                  <a:srgbClr val="36393E"/>
                </a:solidFill>
                <a:effectLst/>
                <a:latin typeface="Muli"/>
              </a:rPr>
              <a:t>Resource Management:</a:t>
            </a:r>
            <a:r>
              <a:rPr lang="en-US" sz="2400" b="0" i="0" dirty="0">
                <a:solidFill>
                  <a:srgbClr val="36393E"/>
                </a:solidFill>
                <a:effectLst/>
                <a:latin typeface="Muli"/>
              </a:rPr>
              <a:t> PCBs maintain information about the resources a process holds or needs. This includes data on open files, allocated memory, CPU time used, and more. This data helps the operating system ensure that processes operate within their resource limits and avoid resource conflicts.</a:t>
            </a:r>
          </a:p>
          <a:p>
            <a:pPr marL="0" indent="0" algn="just">
              <a:buNone/>
            </a:pPr>
            <a:endParaRPr lang="en-US" sz="2400" b="1" i="0" dirty="0">
              <a:solidFill>
                <a:srgbClr val="273239"/>
              </a:solidFill>
              <a:effectLst/>
            </a:endParaRPr>
          </a:p>
          <a:p>
            <a:pPr marL="0" indent="0" algn="just">
              <a:buNone/>
            </a:pPr>
            <a:endParaRPr lang="en-US" b="1" dirty="0">
              <a:solidFill>
                <a:srgbClr val="273239"/>
              </a:solidFill>
            </a:endParaRPr>
          </a:p>
        </p:txBody>
      </p:sp>
    </p:spTree>
    <p:extLst>
      <p:ext uri="{BB962C8B-B14F-4D97-AF65-F5344CB8AC3E}">
        <p14:creationId xmlns:p14="http://schemas.microsoft.com/office/powerpoint/2010/main" val="1367047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26A31-87BA-BD62-DA05-A086EA86FD54}"/>
              </a:ext>
            </a:extLst>
          </p:cNvPr>
          <p:cNvSpPr>
            <a:spLocks noGrp="1"/>
          </p:cNvSpPr>
          <p:nvPr>
            <p:ph type="title"/>
          </p:nvPr>
        </p:nvSpPr>
        <p:spPr>
          <a:xfrm>
            <a:off x="1069848" y="484632"/>
            <a:ext cx="10058400" cy="723682"/>
          </a:xfrm>
        </p:spPr>
        <p:txBody>
          <a:bodyPr>
            <a:normAutofit fontScale="90000"/>
          </a:bodyPr>
          <a:lstStyle/>
          <a:p>
            <a:r>
              <a:rPr lang="en-IN" dirty="0"/>
              <a:t>Process Management</a:t>
            </a:r>
          </a:p>
        </p:txBody>
      </p:sp>
      <p:sp>
        <p:nvSpPr>
          <p:cNvPr id="3" name="Content Placeholder 2">
            <a:extLst>
              <a:ext uri="{FF2B5EF4-FFF2-40B4-BE49-F238E27FC236}">
                <a16:creationId xmlns:a16="http://schemas.microsoft.com/office/drawing/2014/main" id="{36E516A9-C9BC-5F71-4591-F7580DF2184D}"/>
              </a:ext>
            </a:extLst>
          </p:cNvPr>
          <p:cNvSpPr>
            <a:spLocks noGrp="1"/>
          </p:cNvSpPr>
          <p:nvPr>
            <p:ph idx="1"/>
          </p:nvPr>
        </p:nvSpPr>
        <p:spPr>
          <a:xfrm>
            <a:off x="838200" y="1403350"/>
            <a:ext cx="10820400" cy="5089525"/>
          </a:xfrm>
        </p:spPr>
        <p:txBody>
          <a:bodyPr>
            <a:normAutofit/>
          </a:bodyPr>
          <a:lstStyle/>
          <a:p>
            <a:pPr marL="0" indent="0" algn="just">
              <a:buNone/>
            </a:pPr>
            <a:r>
              <a:rPr lang="en-US" b="1" i="0" dirty="0">
                <a:solidFill>
                  <a:srgbClr val="273239"/>
                </a:solidFill>
                <a:effectLst/>
              </a:rPr>
              <a:t>PCB (Process Control Block) Need ………</a:t>
            </a:r>
          </a:p>
          <a:p>
            <a:pPr algn="l">
              <a:buFont typeface="Arial" panose="020B0604020202020204" pitchFamily="34" charset="0"/>
              <a:buChar char="•"/>
            </a:pPr>
            <a:r>
              <a:rPr lang="en-US" sz="2000" b="1" i="0" dirty="0">
                <a:solidFill>
                  <a:srgbClr val="36393E"/>
                </a:solidFill>
                <a:effectLst/>
                <a:latin typeface="Muli"/>
              </a:rPr>
              <a:t>Inter-Process Communication:</a:t>
            </a:r>
            <a:r>
              <a:rPr lang="en-US" sz="2000" b="0" i="0" dirty="0">
                <a:solidFill>
                  <a:srgbClr val="36393E"/>
                </a:solidFill>
                <a:effectLst/>
                <a:latin typeface="Muli"/>
              </a:rPr>
              <a:t> PCBs can include fields for managing inter-process communication, like message queues, semaphores, and signals. This information is necessary for processes to communicate and synchronize with one another.</a:t>
            </a:r>
          </a:p>
          <a:p>
            <a:pPr algn="l">
              <a:buFont typeface="Arial" panose="020B0604020202020204" pitchFamily="34" charset="0"/>
              <a:buChar char="•"/>
            </a:pPr>
            <a:r>
              <a:rPr lang="en-US" sz="2000" b="1" i="0" dirty="0">
                <a:solidFill>
                  <a:srgbClr val="36393E"/>
                </a:solidFill>
                <a:effectLst/>
                <a:latin typeface="Muli"/>
              </a:rPr>
              <a:t>Fault Handling:</a:t>
            </a:r>
            <a:r>
              <a:rPr lang="en-US" sz="2000" b="0" i="0" dirty="0">
                <a:solidFill>
                  <a:srgbClr val="36393E"/>
                </a:solidFill>
                <a:effectLst/>
                <a:latin typeface="Muli"/>
              </a:rPr>
              <a:t> When a process encounters an error or exception (e.g., a divide-by-zero error), the PCB stores information about the error, which is vital for debugging and potentially recovering from the fault.</a:t>
            </a:r>
          </a:p>
          <a:p>
            <a:pPr algn="l">
              <a:buFont typeface="Arial" panose="020B0604020202020204" pitchFamily="34" charset="0"/>
              <a:buChar char="•"/>
            </a:pPr>
            <a:r>
              <a:rPr lang="en-US" sz="2000" b="1" i="0" dirty="0">
                <a:solidFill>
                  <a:srgbClr val="36393E"/>
                </a:solidFill>
                <a:effectLst/>
                <a:latin typeface="Muli"/>
              </a:rPr>
              <a:t>Process Termination:</a:t>
            </a:r>
            <a:r>
              <a:rPr lang="en-US" sz="2000" b="0" i="0" dirty="0">
                <a:solidFill>
                  <a:srgbClr val="36393E"/>
                </a:solidFill>
                <a:effectLst/>
                <a:latin typeface="Muli"/>
              </a:rPr>
              <a:t> When a process completes its execution or is terminated by the operating system or another process, the PCB is responsible for releasing resources associated with the process, such as memory, file handles, and any other allocated resources.</a:t>
            </a:r>
          </a:p>
          <a:p>
            <a:pPr algn="l">
              <a:buFont typeface="Arial" panose="020B0604020202020204" pitchFamily="34" charset="0"/>
              <a:buChar char="•"/>
            </a:pPr>
            <a:r>
              <a:rPr lang="en-US" sz="2000" b="1" i="0" dirty="0">
                <a:solidFill>
                  <a:srgbClr val="36393E"/>
                </a:solidFill>
                <a:effectLst/>
                <a:latin typeface="Muli"/>
              </a:rPr>
              <a:t>Accounting and Monitoring:</a:t>
            </a:r>
            <a:r>
              <a:rPr lang="en-US" sz="2000" b="0" i="0" dirty="0">
                <a:solidFill>
                  <a:srgbClr val="36393E"/>
                </a:solidFill>
                <a:effectLst/>
                <a:latin typeface="Muli"/>
              </a:rPr>
              <a:t> PCBs often contain fields for monitoring and accounting purposes, such as process creation and termination timestamps, the amount of CPU time consumed, and other statistics. These details are used for performance analysis and system monitoring.</a:t>
            </a:r>
          </a:p>
          <a:p>
            <a:pPr algn="l">
              <a:buFont typeface="Arial" panose="020B0604020202020204" pitchFamily="34" charset="0"/>
              <a:buChar char="•"/>
            </a:pPr>
            <a:r>
              <a:rPr lang="en-US" sz="2000" b="1" i="0" dirty="0">
                <a:solidFill>
                  <a:srgbClr val="36393E"/>
                </a:solidFill>
                <a:effectLst/>
                <a:latin typeface="Muli"/>
              </a:rPr>
              <a:t>Security and Permissions:</a:t>
            </a:r>
            <a:r>
              <a:rPr lang="en-US" sz="2000" b="0" i="0" dirty="0">
                <a:solidFill>
                  <a:srgbClr val="36393E"/>
                </a:solidFill>
                <a:effectLst/>
                <a:latin typeface="Muli"/>
              </a:rPr>
              <a:t> PCBs may contain information about the security attributes and permissions associated with a process, ensuring that processes adhere to access control policies.</a:t>
            </a:r>
          </a:p>
          <a:p>
            <a:pPr marL="0" indent="0" algn="just">
              <a:buNone/>
            </a:pPr>
            <a:endParaRPr lang="en-US" sz="2000" b="1" i="0" dirty="0">
              <a:solidFill>
                <a:srgbClr val="273239"/>
              </a:solidFill>
              <a:effectLst/>
            </a:endParaRPr>
          </a:p>
          <a:p>
            <a:pPr marL="0" indent="0" algn="just">
              <a:buNone/>
            </a:pPr>
            <a:endParaRPr lang="en-US" b="1" dirty="0">
              <a:solidFill>
                <a:srgbClr val="273239"/>
              </a:solidFill>
            </a:endParaRPr>
          </a:p>
        </p:txBody>
      </p:sp>
    </p:spTree>
    <p:extLst>
      <p:ext uri="{BB962C8B-B14F-4D97-AF65-F5344CB8AC3E}">
        <p14:creationId xmlns:p14="http://schemas.microsoft.com/office/powerpoint/2010/main" val="214416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26A31-87BA-BD62-DA05-A086EA86FD54}"/>
              </a:ext>
            </a:extLst>
          </p:cNvPr>
          <p:cNvSpPr>
            <a:spLocks noGrp="1"/>
          </p:cNvSpPr>
          <p:nvPr>
            <p:ph type="title"/>
          </p:nvPr>
        </p:nvSpPr>
        <p:spPr>
          <a:xfrm>
            <a:off x="838200" y="365125"/>
            <a:ext cx="10515600" cy="777875"/>
          </a:xfrm>
        </p:spPr>
        <p:txBody>
          <a:bodyPr>
            <a:normAutofit fontScale="90000"/>
          </a:bodyPr>
          <a:lstStyle/>
          <a:p>
            <a:r>
              <a:rPr lang="en-IN" dirty="0"/>
              <a:t>Process Management</a:t>
            </a:r>
          </a:p>
        </p:txBody>
      </p:sp>
      <p:pic>
        <p:nvPicPr>
          <p:cNvPr id="3076" name="Picture 4">
            <a:extLst>
              <a:ext uri="{FF2B5EF4-FFF2-40B4-BE49-F238E27FC236}">
                <a16:creationId xmlns:a16="http://schemas.microsoft.com/office/drawing/2014/main" id="{262F197F-FC76-ABB9-1E97-A8F829C5E6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812471"/>
            <a:ext cx="10771414" cy="468040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CA2188E-9CC4-19BD-76AE-43755065D7BA}"/>
              </a:ext>
            </a:extLst>
          </p:cNvPr>
          <p:cNvSpPr txBox="1"/>
          <p:nvPr/>
        </p:nvSpPr>
        <p:spPr>
          <a:xfrm>
            <a:off x="979714" y="1143000"/>
            <a:ext cx="5649686" cy="461665"/>
          </a:xfrm>
          <a:prstGeom prst="rect">
            <a:avLst/>
          </a:prstGeom>
          <a:noFill/>
        </p:spPr>
        <p:txBody>
          <a:bodyPr wrap="square" rtlCol="0">
            <a:spAutoFit/>
          </a:bodyPr>
          <a:lstStyle/>
          <a:p>
            <a:r>
              <a:rPr lang="en-IN" sz="2400" dirty="0"/>
              <a:t>Process State diagram</a:t>
            </a:r>
          </a:p>
        </p:txBody>
      </p:sp>
    </p:spTree>
    <p:extLst>
      <p:ext uri="{BB962C8B-B14F-4D97-AF65-F5344CB8AC3E}">
        <p14:creationId xmlns:p14="http://schemas.microsoft.com/office/powerpoint/2010/main" val="1949762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26A31-87BA-BD62-DA05-A086EA86FD54}"/>
              </a:ext>
            </a:extLst>
          </p:cNvPr>
          <p:cNvSpPr>
            <a:spLocks noGrp="1"/>
          </p:cNvSpPr>
          <p:nvPr>
            <p:ph type="title"/>
          </p:nvPr>
        </p:nvSpPr>
        <p:spPr>
          <a:xfrm>
            <a:off x="1069848" y="484632"/>
            <a:ext cx="10058400" cy="576725"/>
          </a:xfrm>
        </p:spPr>
        <p:txBody>
          <a:bodyPr>
            <a:normAutofit fontScale="90000"/>
          </a:bodyPr>
          <a:lstStyle/>
          <a:p>
            <a:r>
              <a:rPr lang="en-IN" dirty="0"/>
              <a:t>Process Management</a:t>
            </a:r>
          </a:p>
        </p:txBody>
      </p:sp>
      <p:sp>
        <p:nvSpPr>
          <p:cNvPr id="3" name="Content Placeholder 2">
            <a:extLst>
              <a:ext uri="{FF2B5EF4-FFF2-40B4-BE49-F238E27FC236}">
                <a16:creationId xmlns:a16="http://schemas.microsoft.com/office/drawing/2014/main" id="{36E516A9-C9BC-5F71-4591-F7580DF2184D}"/>
              </a:ext>
            </a:extLst>
          </p:cNvPr>
          <p:cNvSpPr>
            <a:spLocks noGrp="1"/>
          </p:cNvSpPr>
          <p:nvPr>
            <p:ph idx="1"/>
          </p:nvPr>
        </p:nvSpPr>
        <p:spPr>
          <a:xfrm>
            <a:off x="838200" y="1403350"/>
            <a:ext cx="10820400" cy="5454650"/>
          </a:xfrm>
        </p:spPr>
        <p:txBody>
          <a:bodyPr>
            <a:normAutofit fontScale="92500"/>
          </a:bodyPr>
          <a:lstStyle/>
          <a:p>
            <a:pPr marL="0" indent="0" algn="just">
              <a:buNone/>
            </a:pPr>
            <a:r>
              <a:rPr lang="en-US" sz="2600" b="1" i="0" dirty="0">
                <a:solidFill>
                  <a:srgbClr val="273239"/>
                </a:solidFill>
                <a:effectLst/>
              </a:rPr>
              <a:t>Process States in Operating System </a:t>
            </a:r>
          </a:p>
          <a:p>
            <a:pPr marL="0" indent="0" algn="just" fontAlgn="base">
              <a:buNone/>
            </a:pPr>
            <a:r>
              <a:rPr lang="en-US" sz="2400" b="0" i="0" dirty="0">
                <a:solidFill>
                  <a:srgbClr val="273239"/>
                </a:solidFill>
                <a:effectLst/>
              </a:rPr>
              <a:t>The states of a process are as follows: </a:t>
            </a:r>
          </a:p>
          <a:p>
            <a:pPr algn="just" fontAlgn="base">
              <a:buFont typeface="Arial" panose="020B0604020202020204" pitchFamily="34" charset="0"/>
              <a:buChar char="•"/>
            </a:pPr>
            <a:r>
              <a:rPr lang="en-US" sz="2400" b="1" i="0" baseline="-25000" dirty="0">
                <a:solidFill>
                  <a:srgbClr val="273239"/>
                </a:solidFill>
                <a:effectLst/>
              </a:rPr>
              <a:t>New (Create):</a:t>
            </a:r>
            <a:r>
              <a:rPr lang="en-US" sz="2400" b="0" i="0" baseline="-25000" dirty="0">
                <a:solidFill>
                  <a:srgbClr val="273239"/>
                </a:solidFill>
                <a:effectLst/>
              </a:rPr>
              <a:t> In this step, the process is about to be created but not yet created. It is the program that is present in secondary memory that will be picked up by OS to create the process.</a:t>
            </a:r>
          </a:p>
          <a:p>
            <a:pPr algn="just" fontAlgn="base">
              <a:buFont typeface="Arial" panose="020B0604020202020204" pitchFamily="34" charset="0"/>
              <a:buChar char="•"/>
            </a:pPr>
            <a:r>
              <a:rPr lang="en-US" sz="2400" b="1" i="0" baseline="-25000" dirty="0">
                <a:solidFill>
                  <a:srgbClr val="273239"/>
                </a:solidFill>
                <a:effectLst/>
              </a:rPr>
              <a:t>Ready: </a:t>
            </a:r>
            <a:r>
              <a:rPr lang="en-US" sz="2400" b="0" i="0" baseline="-25000" dirty="0">
                <a:solidFill>
                  <a:srgbClr val="273239"/>
                </a:solidFill>
                <a:effectLst/>
              </a:rPr>
              <a:t>New -&gt; Ready to run. After the creation of a process, the process enters the ready state i.e. the process is loaded into the main memory. The process here is ready to run and is waiting to get the CPU time for its execution. Processes that are ready for execution by the CPU are maintained in a queue called ready queue for ready processes.</a:t>
            </a:r>
          </a:p>
          <a:p>
            <a:pPr algn="just" fontAlgn="base">
              <a:buFont typeface="Arial" panose="020B0604020202020204" pitchFamily="34" charset="0"/>
              <a:buChar char="•"/>
            </a:pPr>
            <a:r>
              <a:rPr lang="en-US" sz="2400" b="1" i="0" baseline="-25000" dirty="0">
                <a:solidFill>
                  <a:srgbClr val="273239"/>
                </a:solidFill>
                <a:effectLst/>
              </a:rPr>
              <a:t>Run: </a:t>
            </a:r>
            <a:r>
              <a:rPr lang="en-US" sz="2400" b="0" i="0" baseline="-25000" dirty="0">
                <a:solidFill>
                  <a:srgbClr val="273239"/>
                </a:solidFill>
                <a:effectLst/>
              </a:rPr>
              <a:t>The process is chosen from the ready queue by the CPU for execution and the instructions within the process are executed by any one of the available CPU cores.</a:t>
            </a:r>
          </a:p>
          <a:p>
            <a:pPr algn="just" fontAlgn="base">
              <a:buFont typeface="Arial" panose="020B0604020202020204" pitchFamily="34" charset="0"/>
              <a:buChar char="•"/>
            </a:pPr>
            <a:r>
              <a:rPr lang="en-US" sz="2400" b="1" i="0" baseline="-25000" dirty="0">
                <a:solidFill>
                  <a:srgbClr val="273239"/>
                </a:solidFill>
                <a:effectLst/>
              </a:rPr>
              <a:t>Blocked or Wait: </a:t>
            </a:r>
            <a:r>
              <a:rPr lang="en-US" sz="2400" b="0" i="0" baseline="-25000" dirty="0">
                <a:solidFill>
                  <a:srgbClr val="273239"/>
                </a:solidFill>
                <a:effectLst/>
              </a:rPr>
              <a:t>Whenever the process requests access to I/O or needs input from the user or needs access to a critical region(the lock for which is already acquired) it enters the blocked or waits for the state. The process continues to wait in the main memory and does not require CPU. Once the I/O operation is completed the process goes to the ready state.</a:t>
            </a:r>
          </a:p>
          <a:p>
            <a:pPr algn="just" fontAlgn="base">
              <a:buFont typeface="Arial" panose="020B0604020202020204" pitchFamily="34" charset="0"/>
              <a:buChar char="•"/>
            </a:pPr>
            <a:r>
              <a:rPr lang="en-US" sz="2400" b="1" i="0" baseline="-25000" dirty="0">
                <a:solidFill>
                  <a:srgbClr val="273239"/>
                </a:solidFill>
                <a:effectLst/>
              </a:rPr>
              <a:t>Terminated or Completed: </a:t>
            </a:r>
            <a:r>
              <a:rPr lang="en-US" sz="2400" b="0" i="0" baseline="-25000" dirty="0">
                <a:solidFill>
                  <a:srgbClr val="273239"/>
                </a:solidFill>
                <a:effectLst/>
              </a:rPr>
              <a:t>Process is killed as well as </a:t>
            </a:r>
            <a:r>
              <a:rPr lang="en-US" sz="2400" b="0" i="0" u="sng" baseline="-25000" dirty="0">
                <a:solidFill>
                  <a:srgbClr val="273239"/>
                </a:solidFill>
                <a:effectLst/>
                <a:hlinkClick r:id="rId3"/>
              </a:rPr>
              <a:t>PCB </a:t>
            </a:r>
            <a:r>
              <a:rPr lang="en-US" sz="2400" b="0" i="0" baseline="-25000" dirty="0">
                <a:solidFill>
                  <a:srgbClr val="273239"/>
                </a:solidFill>
                <a:effectLst/>
              </a:rPr>
              <a:t>is deleted. The resources allocated to the process will be released or deallocated.</a:t>
            </a:r>
          </a:p>
          <a:p>
            <a:pPr algn="just" fontAlgn="base">
              <a:buFont typeface="Arial" panose="020B0604020202020204" pitchFamily="34" charset="0"/>
              <a:buChar char="•"/>
            </a:pPr>
            <a:r>
              <a:rPr lang="en-US" sz="2400" b="1" i="0" baseline="-25000" dirty="0">
                <a:solidFill>
                  <a:srgbClr val="273239"/>
                </a:solidFill>
                <a:effectLst/>
              </a:rPr>
              <a:t>Suspend Ready: </a:t>
            </a:r>
            <a:r>
              <a:rPr lang="en-US" sz="2400" b="0" i="0" baseline="-25000" dirty="0">
                <a:solidFill>
                  <a:srgbClr val="273239"/>
                </a:solidFill>
                <a:effectLst/>
              </a:rPr>
              <a:t>Process that was initially in the ready state but was swapped out of main memory(refer to Virtual Memory topic) and placed onto external storage by the scheduler is said to be in suspend ready state. The process will transition back to a ready state whenever the process is again brought onto the main memory.</a:t>
            </a:r>
          </a:p>
          <a:p>
            <a:pPr algn="just" fontAlgn="base">
              <a:buFont typeface="Arial" panose="020B0604020202020204" pitchFamily="34" charset="0"/>
              <a:buChar char="•"/>
            </a:pPr>
            <a:r>
              <a:rPr lang="en-US" sz="2400" b="1" i="0" baseline="-25000" dirty="0">
                <a:solidFill>
                  <a:srgbClr val="273239"/>
                </a:solidFill>
                <a:effectLst/>
              </a:rPr>
              <a:t>Suspend wait or suspend blocked: </a:t>
            </a:r>
            <a:r>
              <a:rPr lang="en-US" sz="2400" b="0" i="0" baseline="-25000" dirty="0">
                <a:solidFill>
                  <a:srgbClr val="273239"/>
                </a:solidFill>
                <a:effectLst/>
              </a:rPr>
              <a:t>Similar to suspend ready but uses the process which was performing I/O operation and lack of main memory caused them to move to secondary memory. When work is finished it may go to suspend ready</a:t>
            </a:r>
            <a:endParaRPr lang="en-US" sz="2400" b="1" i="0" baseline="-25000" dirty="0">
              <a:solidFill>
                <a:srgbClr val="273239"/>
              </a:solidFill>
              <a:effectLst/>
            </a:endParaRPr>
          </a:p>
          <a:p>
            <a:pPr marL="0" indent="0" algn="just">
              <a:buNone/>
            </a:pPr>
            <a:endParaRPr lang="en-US" b="1" dirty="0">
              <a:solidFill>
                <a:srgbClr val="273239"/>
              </a:solidFill>
            </a:endParaRPr>
          </a:p>
        </p:txBody>
      </p:sp>
    </p:spTree>
    <p:extLst>
      <p:ext uri="{BB962C8B-B14F-4D97-AF65-F5344CB8AC3E}">
        <p14:creationId xmlns:p14="http://schemas.microsoft.com/office/powerpoint/2010/main" val="4033145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26A31-87BA-BD62-DA05-A086EA86FD54}"/>
              </a:ext>
            </a:extLst>
          </p:cNvPr>
          <p:cNvSpPr>
            <a:spLocks noGrp="1"/>
          </p:cNvSpPr>
          <p:nvPr>
            <p:ph type="title"/>
          </p:nvPr>
        </p:nvSpPr>
        <p:spPr>
          <a:xfrm>
            <a:off x="838200" y="276000"/>
            <a:ext cx="10515600" cy="850672"/>
          </a:xfrm>
        </p:spPr>
        <p:txBody>
          <a:bodyPr/>
          <a:lstStyle/>
          <a:p>
            <a:r>
              <a:rPr lang="en-IN" dirty="0"/>
              <a:t>Process Management</a:t>
            </a:r>
          </a:p>
        </p:txBody>
      </p:sp>
      <p:sp>
        <p:nvSpPr>
          <p:cNvPr id="3" name="Content Placeholder 2">
            <a:extLst>
              <a:ext uri="{FF2B5EF4-FFF2-40B4-BE49-F238E27FC236}">
                <a16:creationId xmlns:a16="http://schemas.microsoft.com/office/drawing/2014/main" id="{36E516A9-C9BC-5F71-4591-F7580DF2184D}"/>
              </a:ext>
            </a:extLst>
          </p:cNvPr>
          <p:cNvSpPr>
            <a:spLocks noGrp="1"/>
          </p:cNvSpPr>
          <p:nvPr>
            <p:ph idx="1"/>
          </p:nvPr>
        </p:nvSpPr>
        <p:spPr>
          <a:xfrm>
            <a:off x="838200" y="1403350"/>
            <a:ext cx="10820400" cy="5089525"/>
          </a:xfrm>
        </p:spPr>
        <p:txBody>
          <a:bodyPr>
            <a:normAutofit/>
          </a:bodyPr>
          <a:lstStyle/>
          <a:p>
            <a:pPr marL="0" indent="0" algn="just">
              <a:buNone/>
            </a:pPr>
            <a:r>
              <a:rPr lang="en-US" sz="100" b="1" dirty="0">
                <a:solidFill>
                  <a:srgbClr val="273239"/>
                </a:solidFill>
              </a:rPr>
              <a:t>Ty</a:t>
            </a:r>
          </a:p>
          <a:p>
            <a:pPr marL="0" indent="0" algn="just">
              <a:buNone/>
            </a:pPr>
            <a:r>
              <a:rPr lang="en-US" b="1" dirty="0">
                <a:solidFill>
                  <a:srgbClr val="273239"/>
                </a:solidFill>
              </a:rPr>
              <a:t>Types of Process:</a:t>
            </a:r>
          </a:p>
          <a:p>
            <a:pPr marL="0" indent="0" algn="just">
              <a:buNone/>
            </a:pPr>
            <a:r>
              <a:rPr lang="en-US" b="1" dirty="0">
                <a:solidFill>
                  <a:srgbClr val="273239"/>
                </a:solidFill>
              </a:rPr>
              <a:t> </a:t>
            </a:r>
          </a:p>
          <a:p>
            <a:pPr marL="0" indent="0" algn="just">
              <a:buNone/>
            </a:pPr>
            <a:r>
              <a:rPr lang="en-US" b="1" dirty="0">
                <a:solidFill>
                  <a:srgbClr val="273239"/>
                </a:solidFill>
              </a:rPr>
              <a:t> CPU bound processes: </a:t>
            </a:r>
            <a:r>
              <a:rPr lang="en-US" sz="2000" b="0" i="0" dirty="0">
                <a:solidFill>
                  <a:srgbClr val="273239"/>
                </a:solidFill>
                <a:effectLst/>
                <a:latin typeface="Nunito" pitchFamily="2" charset="0"/>
              </a:rPr>
              <a:t>If the process is intensive in terms of CPU operations, then it is called CPU bound process.</a:t>
            </a:r>
            <a:endParaRPr lang="en-US" sz="2000" b="1" dirty="0">
              <a:solidFill>
                <a:srgbClr val="273239"/>
              </a:solidFill>
            </a:endParaRPr>
          </a:p>
          <a:p>
            <a:pPr marL="0" indent="0" algn="just">
              <a:buNone/>
            </a:pPr>
            <a:endParaRPr lang="en-US" b="1" dirty="0">
              <a:solidFill>
                <a:srgbClr val="273239"/>
              </a:solidFill>
            </a:endParaRPr>
          </a:p>
          <a:p>
            <a:pPr marL="0" indent="0" algn="just">
              <a:buNone/>
            </a:pPr>
            <a:r>
              <a:rPr lang="en-US" b="1" dirty="0">
                <a:solidFill>
                  <a:srgbClr val="273239"/>
                </a:solidFill>
              </a:rPr>
              <a:t> I/o bound processes : </a:t>
            </a:r>
            <a:r>
              <a:rPr lang="en-US" sz="2000" b="0" i="0" dirty="0">
                <a:solidFill>
                  <a:srgbClr val="273239"/>
                </a:solidFill>
                <a:effectLst/>
                <a:latin typeface="Nunito" pitchFamily="2" charset="0"/>
              </a:rPr>
              <a:t>If the process is intensive in terms of I/O operations then it is called I/O bound process.</a:t>
            </a:r>
            <a:endParaRPr lang="en-US" sz="2000" b="1" dirty="0">
              <a:solidFill>
                <a:srgbClr val="273239"/>
              </a:solidFill>
            </a:endParaRPr>
          </a:p>
          <a:p>
            <a:pPr marL="0" indent="0" algn="just">
              <a:buNone/>
            </a:pPr>
            <a:endParaRPr lang="en-US" sz="2000" b="1" dirty="0">
              <a:solidFill>
                <a:srgbClr val="273239"/>
              </a:solidFill>
            </a:endParaRPr>
          </a:p>
          <a:p>
            <a:pPr marL="0" indent="0" algn="just">
              <a:buNone/>
            </a:pPr>
            <a:r>
              <a:rPr lang="en-US" b="1" dirty="0">
                <a:solidFill>
                  <a:srgbClr val="273239"/>
                </a:solidFill>
              </a:rPr>
              <a:t> </a:t>
            </a:r>
          </a:p>
          <a:p>
            <a:pPr marL="0" indent="0" algn="just">
              <a:buNone/>
            </a:pPr>
            <a:endParaRPr lang="en-US" b="1" dirty="0">
              <a:solidFill>
                <a:srgbClr val="273239"/>
              </a:solidFill>
            </a:endParaRPr>
          </a:p>
          <a:p>
            <a:pPr marL="0" indent="0" algn="just">
              <a:buNone/>
            </a:pPr>
            <a:endParaRPr lang="en-US" b="1" dirty="0">
              <a:solidFill>
                <a:srgbClr val="273239"/>
              </a:solidFill>
            </a:endParaRPr>
          </a:p>
        </p:txBody>
      </p:sp>
    </p:spTree>
    <p:extLst>
      <p:ext uri="{BB962C8B-B14F-4D97-AF65-F5344CB8AC3E}">
        <p14:creationId xmlns:p14="http://schemas.microsoft.com/office/powerpoint/2010/main" val="2110769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26A31-87BA-BD62-DA05-A086EA86FD54}"/>
              </a:ext>
            </a:extLst>
          </p:cNvPr>
          <p:cNvSpPr>
            <a:spLocks noGrp="1"/>
          </p:cNvSpPr>
          <p:nvPr>
            <p:ph type="title"/>
          </p:nvPr>
        </p:nvSpPr>
        <p:spPr>
          <a:xfrm>
            <a:off x="838200" y="452664"/>
            <a:ext cx="10515600" cy="703715"/>
          </a:xfrm>
        </p:spPr>
        <p:txBody>
          <a:bodyPr>
            <a:normAutofit fontScale="90000"/>
          </a:bodyPr>
          <a:lstStyle/>
          <a:p>
            <a:r>
              <a:rPr lang="en-IN" dirty="0"/>
              <a:t>Process Management</a:t>
            </a:r>
          </a:p>
        </p:txBody>
      </p:sp>
      <p:sp>
        <p:nvSpPr>
          <p:cNvPr id="3" name="Content Placeholder 2">
            <a:extLst>
              <a:ext uri="{FF2B5EF4-FFF2-40B4-BE49-F238E27FC236}">
                <a16:creationId xmlns:a16="http://schemas.microsoft.com/office/drawing/2014/main" id="{36E516A9-C9BC-5F71-4591-F7580DF2184D}"/>
              </a:ext>
            </a:extLst>
          </p:cNvPr>
          <p:cNvSpPr>
            <a:spLocks noGrp="1"/>
          </p:cNvSpPr>
          <p:nvPr>
            <p:ph idx="1"/>
          </p:nvPr>
        </p:nvSpPr>
        <p:spPr>
          <a:xfrm>
            <a:off x="838200" y="1156380"/>
            <a:ext cx="10820400" cy="5336496"/>
          </a:xfrm>
        </p:spPr>
        <p:txBody>
          <a:bodyPr>
            <a:normAutofit lnSpcReduction="10000"/>
          </a:bodyPr>
          <a:lstStyle/>
          <a:p>
            <a:pPr marL="0" indent="0" algn="just">
              <a:buNone/>
            </a:pPr>
            <a:r>
              <a:rPr lang="en-US" sz="100" b="1" dirty="0">
                <a:solidFill>
                  <a:srgbClr val="273239"/>
                </a:solidFill>
              </a:rPr>
              <a:t>Ty</a:t>
            </a:r>
          </a:p>
          <a:p>
            <a:pPr marL="0" indent="0" algn="just">
              <a:buNone/>
            </a:pPr>
            <a:r>
              <a:rPr lang="en-US" b="1" dirty="0">
                <a:solidFill>
                  <a:srgbClr val="273239"/>
                </a:solidFill>
              </a:rPr>
              <a:t> </a:t>
            </a:r>
            <a:r>
              <a:rPr lang="en-US" b="1" i="0" dirty="0">
                <a:solidFill>
                  <a:srgbClr val="273239"/>
                </a:solidFill>
                <a:effectLst/>
              </a:rPr>
              <a:t>Types of Schedulers</a:t>
            </a:r>
          </a:p>
          <a:p>
            <a:pPr marL="0" indent="0" algn="just">
              <a:buNone/>
            </a:pPr>
            <a:endParaRPr lang="en-US" b="1" i="0" dirty="0">
              <a:solidFill>
                <a:srgbClr val="273239"/>
              </a:solidFill>
              <a:effectLst/>
            </a:endParaRPr>
          </a:p>
          <a:p>
            <a:pPr algn="just" fontAlgn="base"/>
            <a:r>
              <a:rPr lang="en-US" b="1" i="0" dirty="0">
                <a:solidFill>
                  <a:srgbClr val="273239"/>
                </a:solidFill>
                <a:effectLst/>
              </a:rPr>
              <a:t>Long-term – performance:  </a:t>
            </a:r>
            <a:r>
              <a:rPr lang="en-US" b="0" i="0" dirty="0">
                <a:solidFill>
                  <a:srgbClr val="273239"/>
                </a:solidFill>
                <a:effectLst/>
              </a:rPr>
              <a:t>Decides how many processes should be made to stay in the ready state. This decides the degree of multiprogramming. Once a decision is taken it lasts for a long time which also indicates that it runs infrequently. Hence it is called a long-term scheduler.</a:t>
            </a:r>
          </a:p>
          <a:p>
            <a:pPr marL="0" indent="0" algn="just" fontAlgn="base">
              <a:buNone/>
            </a:pPr>
            <a:endParaRPr lang="en-US" b="0" i="0" dirty="0">
              <a:solidFill>
                <a:srgbClr val="273239"/>
              </a:solidFill>
              <a:effectLst/>
            </a:endParaRPr>
          </a:p>
          <a:p>
            <a:pPr algn="just" fontAlgn="base"/>
            <a:r>
              <a:rPr lang="en-US" b="1" i="0" dirty="0">
                <a:solidFill>
                  <a:srgbClr val="273239"/>
                </a:solidFill>
                <a:effectLst/>
              </a:rPr>
              <a:t>Short-term – Context switching time: </a:t>
            </a:r>
            <a:r>
              <a:rPr lang="en-US" b="0" i="0" dirty="0">
                <a:solidFill>
                  <a:srgbClr val="273239"/>
                </a:solidFill>
                <a:effectLst/>
              </a:rPr>
              <a:t>Short-term scheduler will decide which process is to be executed next and then it will call the dispatcher. A dispatcher is a software that moves the process from ready to run and vice versa. In other words, it is context switching. It runs frequently. Short-term scheduler is also called CPU scheduler.</a:t>
            </a:r>
          </a:p>
          <a:p>
            <a:pPr algn="just" fontAlgn="base"/>
            <a:endParaRPr lang="en-US" b="0" i="0" dirty="0">
              <a:solidFill>
                <a:srgbClr val="273239"/>
              </a:solidFill>
              <a:effectLst/>
            </a:endParaRPr>
          </a:p>
          <a:p>
            <a:pPr algn="just" fontAlgn="base"/>
            <a:r>
              <a:rPr lang="en-US" b="1" i="0" dirty="0">
                <a:solidFill>
                  <a:srgbClr val="273239"/>
                </a:solidFill>
                <a:effectLst/>
              </a:rPr>
              <a:t>Medium-term – Swapping time: </a:t>
            </a:r>
            <a:r>
              <a:rPr lang="en-US" b="0" i="0" dirty="0">
                <a:solidFill>
                  <a:srgbClr val="273239"/>
                </a:solidFill>
                <a:effectLst/>
              </a:rPr>
              <a:t>Suspension decision is taken by the medium-term scheduler. The medium-term scheduler is used for swapping which is moving the process from main memory to secondary and vice versa. The swapping is done to reduce degree of multiprogramming.</a:t>
            </a:r>
            <a:endParaRPr lang="en-US" b="1" dirty="0">
              <a:solidFill>
                <a:srgbClr val="273239"/>
              </a:solidFill>
            </a:endParaRPr>
          </a:p>
          <a:p>
            <a:pPr marL="0" indent="0" algn="just">
              <a:buNone/>
            </a:pPr>
            <a:endParaRPr lang="en-US" b="1" dirty="0">
              <a:solidFill>
                <a:srgbClr val="273239"/>
              </a:solidFill>
            </a:endParaRPr>
          </a:p>
        </p:txBody>
      </p:sp>
    </p:spTree>
    <p:extLst>
      <p:ext uri="{BB962C8B-B14F-4D97-AF65-F5344CB8AC3E}">
        <p14:creationId xmlns:p14="http://schemas.microsoft.com/office/powerpoint/2010/main" val="2895310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26A31-87BA-BD62-DA05-A086EA86FD54}"/>
              </a:ext>
            </a:extLst>
          </p:cNvPr>
          <p:cNvSpPr>
            <a:spLocks noGrp="1"/>
          </p:cNvSpPr>
          <p:nvPr>
            <p:ph type="title"/>
          </p:nvPr>
        </p:nvSpPr>
        <p:spPr>
          <a:xfrm>
            <a:off x="1021894" y="165030"/>
            <a:ext cx="10515600" cy="703715"/>
          </a:xfrm>
        </p:spPr>
        <p:txBody>
          <a:bodyPr>
            <a:normAutofit fontScale="90000"/>
          </a:bodyPr>
          <a:lstStyle/>
          <a:p>
            <a:r>
              <a:rPr lang="en-IN" dirty="0"/>
              <a:t>Process Management</a:t>
            </a:r>
          </a:p>
        </p:txBody>
      </p:sp>
      <p:sp>
        <p:nvSpPr>
          <p:cNvPr id="25" name="Rectangle 24">
            <a:extLst>
              <a:ext uri="{FF2B5EF4-FFF2-40B4-BE49-F238E27FC236}">
                <a16:creationId xmlns:a16="http://schemas.microsoft.com/office/drawing/2014/main" id="{34DD3124-CAE3-07DE-9F1F-D6F02D0CF6F7}"/>
              </a:ext>
            </a:extLst>
          </p:cNvPr>
          <p:cNvSpPr/>
          <p:nvPr/>
        </p:nvSpPr>
        <p:spPr>
          <a:xfrm>
            <a:off x="1498146" y="4854678"/>
            <a:ext cx="375557" cy="369332"/>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5" name="Rectangle 34">
            <a:extLst>
              <a:ext uri="{FF2B5EF4-FFF2-40B4-BE49-F238E27FC236}">
                <a16:creationId xmlns:a16="http://schemas.microsoft.com/office/drawing/2014/main" id="{08585DC5-1F3D-A32A-DC35-656532329450}"/>
              </a:ext>
            </a:extLst>
          </p:cNvPr>
          <p:cNvSpPr/>
          <p:nvPr/>
        </p:nvSpPr>
        <p:spPr>
          <a:xfrm>
            <a:off x="1498144" y="5962674"/>
            <a:ext cx="375557" cy="369332"/>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8" name="TextBox 37">
            <a:extLst>
              <a:ext uri="{FF2B5EF4-FFF2-40B4-BE49-F238E27FC236}">
                <a16:creationId xmlns:a16="http://schemas.microsoft.com/office/drawing/2014/main" id="{37F4A81E-0007-177C-FA8F-A7E488B5C4DC}"/>
              </a:ext>
            </a:extLst>
          </p:cNvPr>
          <p:cNvSpPr txBox="1"/>
          <p:nvPr/>
        </p:nvSpPr>
        <p:spPr>
          <a:xfrm>
            <a:off x="10858500" y="2968974"/>
            <a:ext cx="416040" cy="2862322"/>
          </a:xfrm>
          <a:prstGeom prst="rect">
            <a:avLst/>
          </a:prstGeom>
          <a:noFill/>
        </p:spPr>
        <p:txBody>
          <a:bodyPr wrap="square" rtlCol="0">
            <a:spAutoFit/>
          </a:bodyPr>
          <a:lstStyle/>
          <a:p>
            <a:r>
              <a:rPr lang="en-IN" dirty="0"/>
              <a:t> </a:t>
            </a:r>
            <a:r>
              <a:rPr lang="en-IN" b="1" dirty="0">
                <a:solidFill>
                  <a:schemeClr val="accent2">
                    <a:lumMod val="60000"/>
                    <a:lumOff val="40000"/>
                  </a:schemeClr>
                </a:solidFill>
              </a:rPr>
              <a:t>EXECU</a:t>
            </a:r>
          </a:p>
          <a:p>
            <a:r>
              <a:rPr lang="en-IN" b="1" dirty="0">
                <a:solidFill>
                  <a:schemeClr val="accent2">
                    <a:lumMod val="60000"/>
                    <a:lumOff val="40000"/>
                  </a:schemeClr>
                </a:solidFill>
              </a:rPr>
              <a:t>T</a:t>
            </a:r>
          </a:p>
          <a:p>
            <a:r>
              <a:rPr lang="en-IN" b="1" dirty="0">
                <a:solidFill>
                  <a:schemeClr val="accent2">
                    <a:lumMod val="60000"/>
                    <a:lumOff val="40000"/>
                  </a:schemeClr>
                </a:solidFill>
              </a:rPr>
              <a:t>I</a:t>
            </a:r>
          </a:p>
          <a:p>
            <a:r>
              <a:rPr lang="en-IN" b="1" dirty="0">
                <a:solidFill>
                  <a:schemeClr val="accent2">
                    <a:lumMod val="60000"/>
                    <a:lumOff val="40000"/>
                  </a:schemeClr>
                </a:solidFill>
              </a:rPr>
              <a:t>NG</a:t>
            </a:r>
            <a:r>
              <a:rPr lang="en-IN" dirty="0"/>
              <a:t> </a:t>
            </a:r>
          </a:p>
        </p:txBody>
      </p:sp>
      <p:grpSp>
        <p:nvGrpSpPr>
          <p:cNvPr id="42" name="Group 41">
            <a:extLst>
              <a:ext uri="{FF2B5EF4-FFF2-40B4-BE49-F238E27FC236}">
                <a16:creationId xmlns:a16="http://schemas.microsoft.com/office/drawing/2014/main" id="{06B92F9D-50B5-106F-B154-F348D80672F1}"/>
              </a:ext>
            </a:extLst>
          </p:cNvPr>
          <p:cNvGrpSpPr/>
          <p:nvPr/>
        </p:nvGrpSpPr>
        <p:grpSpPr>
          <a:xfrm>
            <a:off x="615722" y="943227"/>
            <a:ext cx="11189153" cy="5706837"/>
            <a:chOff x="426584" y="1151163"/>
            <a:chExt cx="11189153" cy="5706837"/>
          </a:xfrm>
        </p:grpSpPr>
        <p:pic>
          <p:nvPicPr>
            <p:cNvPr id="4100" name="Picture 4" descr="Harddisk - Free computer icons">
              <a:extLst>
                <a:ext uri="{FF2B5EF4-FFF2-40B4-BE49-F238E27FC236}">
                  <a16:creationId xmlns:a16="http://schemas.microsoft.com/office/drawing/2014/main" id="{28EFE6C4-D2B1-F5C3-BD9D-F1D0477DB9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584" y="1151163"/>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RAM Computer memory Computer hardware, ram, text, computer, logo png |  PNGWing">
              <a:extLst>
                <a:ext uri="{FF2B5EF4-FFF2-40B4-BE49-F238E27FC236}">
                  <a16:creationId xmlns:a16="http://schemas.microsoft.com/office/drawing/2014/main" id="{DC7FF52A-A7AF-7AD5-14AB-865E613C3E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0869" y="1156379"/>
              <a:ext cx="261937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What is a microprocessor? ~ rr-Tution">
              <a:extLst>
                <a:ext uri="{FF2B5EF4-FFF2-40B4-BE49-F238E27FC236}">
                  <a16:creationId xmlns:a16="http://schemas.microsoft.com/office/drawing/2014/main" id="{6882C84A-48EB-19DA-9B20-7749DA1FB7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84165" y="1298801"/>
              <a:ext cx="2231572" cy="184785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Connector: Elbow 7">
              <a:extLst>
                <a:ext uri="{FF2B5EF4-FFF2-40B4-BE49-F238E27FC236}">
                  <a16:creationId xmlns:a16="http://schemas.microsoft.com/office/drawing/2014/main" id="{251C46E1-D0D6-2A97-0938-18A0579556D0}"/>
                </a:ext>
              </a:extLst>
            </p:cNvPr>
            <p:cNvCxnSpPr>
              <a:stCxn id="4100" idx="3"/>
              <a:endCxn id="4102" idx="1"/>
            </p:cNvCxnSpPr>
            <p:nvPr/>
          </p:nvCxnSpPr>
          <p:spPr>
            <a:xfrm>
              <a:off x="2569709" y="2222726"/>
              <a:ext cx="2211160" cy="5216"/>
            </a:xfrm>
            <a:prstGeom prst="bentConnector3">
              <a:avLst/>
            </a:prstGeom>
            <a:ln w="793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Connector: Elbow 8">
              <a:extLst>
                <a:ext uri="{FF2B5EF4-FFF2-40B4-BE49-F238E27FC236}">
                  <a16:creationId xmlns:a16="http://schemas.microsoft.com/office/drawing/2014/main" id="{95DF3016-F590-A7FF-7CA1-8F5BB006E280}"/>
                </a:ext>
              </a:extLst>
            </p:cNvPr>
            <p:cNvCxnSpPr>
              <a:cxnSpLocks/>
              <a:stCxn id="4102" idx="3"/>
            </p:cNvCxnSpPr>
            <p:nvPr/>
          </p:nvCxnSpPr>
          <p:spPr>
            <a:xfrm flipV="1">
              <a:off x="7400244" y="2222726"/>
              <a:ext cx="1983921" cy="5216"/>
            </a:xfrm>
            <a:prstGeom prst="bentConnector3">
              <a:avLst>
                <a:gd name="adj1" fmla="val 50000"/>
              </a:avLst>
            </a:prstGeom>
            <a:ln w="793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F879539-2115-5131-B4BC-3909C0A5AE19}"/>
                </a:ext>
              </a:extLst>
            </p:cNvPr>
            <p:cNvSpPr/>
            <p:nvPr/>
          </p:nvSpPr>
          <p:spPr>
            <a:xfrm>
              <a:off x="3857622" y="3558497"/>
              <a:ext cx="5526543" cy="32793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a:p>
              <a:pPr algn="ctr"/>
              <a:r>
                <a:rPr lang="en-IN" dirty="0"/>
                <a:t>User Area</a:t>
              </a:r>
            </a:p>
            <a:p>
              <a:pPr algn="ctr"/>
              <a:endParaRPr lang="en-IN" dirty="0"/>
            </a:p>
            <a:p>
              <a:pPr algn="ctr"/>
              <a:endParaRPr lang="en-IN" dirty="0"/>
            </a:p>
            <a:p>
              <a:pPr algn="ctr"/>
              <a:endParaRPr lang="en-IN" dirty="0"/>
            </a:p>
          </p:txBody>
        </p:sp>
        <p:sp>
          <p:nvSpPr>
            <p:cNvPr id="14" name="TextBox 13">
              <a:extLst>
                <a:ext uri="{FF2B5EF4-FFF2-40B4-BE49-F238E27FC236}">
                  <a16:creationId xmlns:a16="http://schemas.microsoft.com/office/drawing/2014/main" id="{79A56467-9019-9688-442E-BEAF1A87F6E6}"/>
                </a:ext>
              </a:extLst>
            </p:cNvPr>
            <p:cNvSpPr txBox="1"/>
            <p:nvPr/>
          </p:nvSpPr>
          <p:spPr>
            <a:xfrm>
              <a:off x="5637102" y="3579596"/>
              <a:ext cx="3765089" cy="1107996"/>
            </a:xfrm>
            <a:prstGeom prst="rect">
              <a:avLst/>
            </a:prstGeom>
            <a:solidFill>
              <a:schemeClr val="bg1">
                <a:lumMod val="95000"/>
              </a:schemeClr>
            </a:solidFill>
            <a:ln>
              <a:solidFill>
                <a:schemeClr val="tx1"/>
              </a:solidFill>
            </a:ln>
          </p:spPr>
          <p:txBody>
            <a:bodyPr wrap="square" rtlCol="0">
              <a:spAutoFit/>
            </a:bodyPr>
            <a:lstStyle/>
            <a:p>
              <a:r>
                <a:rPr lang="en-IN" dirty="0"/>
                <a:t>OPERATING SYS </a:t>
              </a:r>
            </a:p>
            <a:p>
              <a:r>
                <a:rPr lang="en-IN" sz="1600" dirty="0"/>
                <a:t>* Job Scheduler (LTS)                                * CPU Scheduler(STS) &amp; Dispatcher                            * Process Swapping Scheduler (MTS)</a:t>
              </a:r>
            </a:p>
          </p:txBody>
        </p:sp>
        <p:sp>
          <p:nvSpPr>
            <p:cNvPr id="18" name="Rectangle 17">
              <a:extLst>
                <a:ext uri="{FF2B5EF4-FFF2-40B4-BE49-F238E27FC236}">
                  <a16:creationId xmlns:a16="http://schemas.microsoft.com/office/drawing/2014/main" id="{9CCA27D1-A4B7-EEBD-3872-CFCF3E2C0C6D}"/>
                </a:ext>
              </a:extLst>
            </p:cNvPr>
            <p:cNvSpPr/>
            <p:nvPr/>
          </p:nvSpPr>
          <p:spPr>
            <a:xfrm>
              <a:off x="838200" y="3558497"/>
              <a:ext cx="1731509" cy="329950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460C7D7A-AD05-BDFA-0AF7-7D882DCC0D31}"/>
                </a:ext>
              </a:extLst>
            </p:cNvPr>
            <p:cNvSpPr txBox="1"/>
            <p:nvPr/>
          </p:nvSpPr>
          <p:spPr>
            <a:xfrm>
              <a:off x="838200" y="3927829"/>
              <a:ext cx="1731509" cy="1477328"/>
            </a:xfrm>
            <a:prstGeom prst="rect">
              <a:avLst/>
            </a:prstGeom>
            <a:solidFill>
              <a:schemeClr val="bg1">
                <a:lumMod val="95000"/>
              </a:schemeClr>
            </a:solidFill>
          </p:spPr>
          <p:txBody>
            <a:bodyPr wrap="square" rtlCol="0">
              <a:spAutoFit/>
            </a:bodyPr>
            <a:lstStyle/>
            <a:p>
              <a:r>
                <a:rPr lang="en-IN" dirty="0"/>
                <a:t>JOB POOL</a:t>
              </a:r>
            </a:p>
            <a:p>
              <a:endParaRPr lang="en-IN" dirty="0"/>
            </a:p>
            <a:p>
              <a:endParaRPr lang="en-IN" dirty="0"/>
            </a:p>
            <a:p>
              <a:endParaRPr lang="en-IN" dirty="0"/>
            </a:p>
            <a:p>
              <a:endParaRPr lang="en-IN" dirty="0"/>
            </a:p>
          </p:txBody>
        </p:sp>
        <p:sp>
          <p:nvSpPr>
            <p:cNvPr id="20" name="TextBox 19">
              <a:extLst>
                <a:ext uri="{FF2B5EF4-FFF2-40B4-BE49-F238E27FC236}">
                  <a16:creationId xmlns:a16="http://schemas.microsoft.com/office/drawing/2014/main" id="{81758C32-399A-3453-F0E8-9812B4DB8407}"/>
                </a:ext>
              </a:extLst>
            </p:cNvPr>
            <p:cNvSpPr txBox="1"/>
            <p:nvPr/>
          </p:nvSpPr>
          <p:spPr>
            <a:xfrm>
              <a:off x="838200" y="5484700"/>
              <a:ext cx="1731509" cy="923330"/>
            </a:xfrm>
            <a:prstGeom prst="rect">
              <a:avLst/>
            </a:prstGeom>
            <a:solidFill>
              <a:schemeClr val="bg1">
                <a:lumMod val="95000"/>
              </a:schemeClr>
            </a:solidFill>
          </p:spPr>
          <p:txBody>
            <a:bodyPr wrap="square" rtlCol="0">
              <a:spAutoFit/>
            </a:bodyPr>
            <a:lstStyle/>
            <a:p>
              <a:r>
                <a:rPr lang="en-IN" dirty="0"/>
                <a:t>SWAP AREA</a:t>
              </a:r>
            </a:p>
            <a:p>
              <a:endParaRPr lang="en-IN" dirty="0"/>
            </a:p>
            <a:p>
              <a:endParaRPr lang="en-IN" dirty="0"/>
            </a:p>
          </p:txBody>
        </p:sp>
        <p:sp>
          <p:nvSpPr>
            <p:cNvPr id="26" name="Rectangle 25">
              <a:extLst>
                <a:ext uri="{FF2B5EF4-FFF2-40B4-BE49-F238E27FC236}">
                  <a16:creationId xmlns:a16="http://schemas.microsoft.com/office/drawing/2014/main" id="{71247C20-F427-03FF-7FC5-C3DBC0FE139B}"/>
                </a:ext>
              </a:extLst>
            </p:cNvPr>
            <p:cNvSpPr/>
            <p:nvPr/>
          </p:nvSpPr>
          <p:spPr>
            <a:xfrm>
              <a:off x="2050933" y="4863180"/>
              <a:ext cx="375557" cy="369332"/>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7" name="Rectangle 26">
              <a:extLst>
                <a:ext uri="{FF2B5EF4-FFF2-40B4-BE49-F238E27FC236}">
                  <a16:creationId xmlns:a16="http://schemas.microsoft.com/office/drawing/2014/main" id="{2AFBE4A2-DF76-0F3C-7578-026AADE80E29}"/>
                </a:ext>
              </a:extLst>
            </p:cNvPr>
            <p:cNvSpPr/>
            <p:nvPr/>
          </p:nvSpPr>
          <p:spPr>
            <a:xfrm>
              <a:off x="917116" y="4361744"/>
              <a:ext cx="375557" cy="369332"/>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8" name="Rectangle 27">
              <a:extLst>
                <a:ext uri="{FF2B5EF4-FFF2-40B4-BE49-F238E27FC236}">
                  <a16:creationId xmlns:a16="http://schemas.microsoft.com/office/drawing/2014/main" id="{145FE603-DAA2-AB83-9F3C-706370BCB9AA}"/>
                </a:ext>
              </a:extLst>
            </p:cNvPr>
            <p:cNvSpPr/>
            <p:nvPr/>
          </p:nvSpPr>
          <p:spPr>
            <a:xfrm>
              <a:off x="1498145" y="4353242"/>
              <a:ext cx="375557" cy="369332"/>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9" name="Rectangle 28">
              <a:extLst>
                <a:ext uri="{FF2B5EF4-FFF2-40B4-BE49-F238E27FC236}">
                  <a16:creationId xmlns:a16="http://schemas.microsoft.com/office/drawing/2014/main" id="{B9BDC72B-2541-E8C9-E340-C645D99CB812}"/>
                </a:ext>
              </a:extLst>
            </p:cNvPr>
            <p:cNvSpPr/>
            <p:nvPr/>
          </p:nvSpPr>
          <p:spPr>
            <a:xfrm>
              <a:off x="2033927" y="4352109"/>
              <a:ext cx="375557" cy="369332"/>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0" name="Rectangle 29">
              <a:extLst>
                <a:ext uri="{FF2B5EF4-FFF2-40B4-BE49-F238E27FC236}">
                  <a16:creationId xmlns:a16="http://schemas.microsoft.com/office/drawing/2014/main" id="{9455CF47-D61A-FB24-73E8-846E61B4388B}"/>
                </a:ext>
              </a:extLst>
            </p:cNvPr>
            <p:cNvSpPr/>
            <p:nvPr/>
          </p:nvSpPr>
          <p:spPr>
            <a:xfrm>
              <a:off x="6523263" y="5028334"/>
              <a:ext cx="2860902" cy="408356"/>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Process P1   | Waiting</a:t>
              </a:r>
            </a:p>
          </p:txBody>
        </p:sp>
        <p:sp>
          <p:nvSpPr>
            <p:cNvPr id="31" name="Rectangle 30">
              <a:extLst>
                <a:ext uri="{FF2B5EF4-FFF2-40B4-BE49-F238E27FC236}">
                  <a16:creationId xmlns:a16="http://schemas.microsoft.com/office/drawing/2014/main" id="{BBA1F36F-7A3E-DD33-73ED-477731FF9D8E}"/>
                </a:ext>
              </a:extLst>
            </p:cNvPr>
            <p:cNvSpPr/>
            <p:nvPr/>
          </p:nvSpPr>
          <p:spPr>
            <a:xfrm>
              <a:off x="6523263" y="5714961"/>
              <a:ext cx="2860901" cy="408356"/>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Process P2 | Executing</a:t>
              </a:r>
            </a:p>
          </p:txBody>
        </p:sp>
        <p:sp>
          <p:nvSpPr>
            <p:cNvPr id="32" name="Rectangle 31">
              <a:extLst>
                <a:ext uri="{FF2B5EF4-FFF2-40B4-BE49-F238E27FC236}">
                  <a16:creationId xmlns:a16="http://schemas.microsoft.com/office/drawing/2014/main" id="{8BD0A165-6412-3B5A-B800-78E1C29C563D}"/>
                </a:ext>
              </a:extLst>
            </p:cNvPr>
            <p:cNvSpPr/>
            <p:nvPr/>
          </p:nvSpPr>
          <p:spPr>
            <a:xfrm>
              <a:off x="6523263" y="6282712"/>
              <a:ext cx="2860900" cy="408356"/>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Process P3 | Ready</a:t>
              </a:r>
            </a:p>
          </p:txBody>
        </p:sp>
        <p:sp>
          <p:nvSpPr>
            <p:cNvPr id="34" name="Rectangle 33">
              <a:extLst>
                <a:ext uri="{FF2B5EF4-FFF2-40B4-BE49-F238E27FC236}">
                  <a16:creationId xmlns:a16="http://schemas.microsoft.com/office/drawing/2014/main" id="{B6C1A6B5-9AAD-BF25-864D-232A294A4631}"/>
                </a:ext>
              </a:extLst>
            </p:cNvPr>
            <p:cNvSpPr/>
            <p:nvPr/>
          </p:nvSpPr>
          <p:spPr>
            <a:xfrm>
              <a:off x="936160" y="5984026"/>
              <a:ext cx="375557" cy="369332"/>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6" name="Rectangle 35">
              <a:extLst>
                <a:ext uri="{FF2B5EF4-FFF2-40B4-BE49-F238E27FC236}">
                  <a16:creationId xmlns:a16="http://schemas.microsoft.com/office/drawing/2014/main" id="{A9642842-01BB-EB61-0EBA-D2C9F4C286B0}"/>
                </a:ext>
              </a:extLst>
            </p:cNvPr>
            <p:cNvSpPr/>
            <p:nvPr/>
          </p:nvSpPr>
          <p:spPr>
            <a:xfrm>
              <a:off x="2117953" y="5965422"/>
              <a:ext cx="375557" cy="369332"/>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40" name="Connector: Elbow 39">
              <a:extLst>
                <a:ext uri="{FF2B5EF4-FFF2-40B4-BE49-F238E27FC236}">
                  <a16:creationId xmlns:a16="http://schemas.microsoft.com/office/drawing/2014/main" id="{7255730E-4529-C232-767A-54BAD0C6CBFE}"/>
                </a:ext>
              </a:extLst>
            </p:cNvPr>
            <p:cNvCxnSpPr>
              <a:cxnSpLocks/>
              <a:stCxn id="31" idx="3"/>
              <a:endCxn id="4104" idx="2"/>
            </p:cNvCxnSpPr>
            <p:nvPr/>
          </p:nvCxnSpPr>
          <p:spPr>
            <a:xfrm flipV="1">
              <a:off x="9384164" y="3146651"/>
              <a:ext cx="1115787" cy="2772488"/>
            </a:xfrm>
            <a:prstGeom prst="bentConnector2">
              <a:avLst/>
            </a:prstGeom>
            <a:ln w="41275">
              <a:headEnd type="triangle"/>
              <a:tailEnd type="triangle"/>
            </a:ln>
          </p:spPr>
          <p:style>
            <a:lnRef idx="2">
              <a:schemeClr val="dk1"/>
            </a:lnRef>
            <a:fillRef idx="0">
              <a:schemeClr val="dk1"/>
            </a:fillRef>
            <a:effectRef idx="1">
              <a:schemeClr val="dk1"/>
            </a:effectRef>
            <a:fontRef idx="minor">
              <a:schemeClr val="tx1"/>
            </a:fontRef>
          </p:style>
        </p:cxnSp>
      </p:grpSp>
      <p:graphicFrame>
        <p:nvGraphicFramePr>
          <p:cNvPr id="46" name="Table 45">
            <a:extLst>
              <a:ext uri="{FF2B5EF4-FFF2-40B4-BE49-F238E27FC236}">
                <a16:creationId xmlns:a16="http://schemas.microsoft.com/office/drawing/2014/main" id="{DED31433-B9CE-B28D-8558-712431B59C1B}"/>
              </a:ext>
            </a:extLst>
          </p:cNvPr>
          <p:cNvGraphicFramePr>
            <a:graphicFrameLocks noGrp="1"/>
          </p:cNvGraphicFramePr>
          <p:nvPr>
            <p:extLst>
              <p:ext uri="{D42A27DB-BD31-4B8C-83A1-F6EECF244321}">
                <p14:modId xmlns:p14="http://schemas.microsoft.com/office/powerpoint/2010/main" val="1176934309"/>
              </p:ext>
            </p:extLst>
          </p:nvPr>
        </p:nvGraphicFramePr>
        <p:xfrm>
          <a:off x="4028734" y="3359994"/>
          <a:ext cx="1828464" cy="1139205"/>
        </p:xfrm>
        <a:graphic>
          <a:graphicData uri="http://schemas.openxmlformats.org/drawingml/2006/table">
            <a:tbl>
              <a:tblPr firstRow="1" bandRow="1">
                <a:tableStyleId>{F5AB1C69-6EDB-4FF4-983F-18BD219EF322}</a:tableStyleId>
              </a:tblPr>
              <a:tblGrid>
                <a:gridCol w="609488">
                  <a:extLst>
                    <a:ext uri="{9D8B030D-6E8A-4147-A177-3AD203B41FA5}">
                      <a16:colId xmlns:a16="http://schemas.microsoft.com/office/drawing/2014/main" val="417463075"/>
                    </a:ext>
                  </a:extLst>
                </a:gridCol>
                <a:gridCol w="609488">
                  <a:extLst>
                    <a:ext uri="{9D8B030D-6E8A-4147-A177-3AD203B41FA5}">
                      <a16:colId xmlns:a16="http://schemas.microsoft.com/office/drawing/2014/main" val="3565072136"/>
                    </a:ext>
                  </a:extLst>
                </a:gridCol>
                <a:gridCol w="609488">
                  <a:extLst>
                    <a:ext uri="{9D8B030D-6E8A-4147-A177-3AD203B41FA5}">
                      <a16:colId xmlns:a16="http://schemas.microsoft.com/office/drawing/2014/main" val="229508234"/>
                    </a:ext>
                  </a:extLst>
                </a:gridCol>
              </a:tblGrid>
              <a:tr h="407685">
                <a:tc gridSpan="3">
                  <a:txBody>
                    <a:bodyPr/>
                    <a:lstStyle/>
                    <a:p>
                      <a:r>
                        <a:rPr lang="en-IN" dirty="0"/>
                        <a:t> PCB TABLE</a:t>
                      </a:r>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224635996"/>
                  </a:ext>
                </a:extLst>
              </a:tr>
              <a:tr h="336795">
                <a:tc>
                  <a:txBody>
                    <a:bodyPr/>
                    <a:lstStyle/>
                    <a:p>
                      <a:r>
                        <a:rPr lang="en-IN" dirty="0"/>
                        <a:t>P1</a:t>
                      </a:r>
                    </a:p>
                  </a:txBody>
                  <a:tcPr/>
                </a:tc>
                <a:tc>
                  <a:txBody>
                    <a:bodyPr/>
                    <a:lstStyle/>
                    <a:p>
                      <a:r>
                        <a:rPr lang="en-IN" dirty="0"/>
                        <a:t>  P2</a:t>
                      </a:r>
                    </a:p>
                  </a:txBody>
                  <a:tcPr/>
                </a:tc>
                <a:tc>
                  <a:txBody>
                    <a:bodyPr/>
                    <a:lstStyle/>
                    <a:p>
                      <a:r>
                        <a:rPr lang="en-IN" dirty="0"/>
                        <a:t>P3</a:t>
                      </a:r>
                    </a:p>
                  </a:txBody>
                  <a:tcPr/>
                </a:tc>
                <a:extLst>
                  <a:ext uri="{0D108BD9-81ED-4DB2-BD59-A6C34878D82A}">
                    <a16:rowId xmlns:a16="http://schemas.microsoft.com/office/drawing/2014/main" val="2809449969"/>
                  </a:ext>
                </a:extLst>
              </a:tr>
              <a:tr h="336795">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054074856"/>
                  </a:ext>
                </a:extLst>
              </a:tr>
            </a:tbl>
          </a:graphicData>
        </a:graphic>
      </p:graphicFrame>
      <p:sp>
        <p:nvSpPr>
          <p:cNvPr id="47" name="Rectangle: Rounded Corners 46">
            <a:extLst>
              <a:ext uri="{FF2B5EF4-FFF2-40B4-BE49-F238E27FC236}">
                <a16:creationId xmlns:a16="http://schemas.microsoft.com/office/drawing/2014/main" id="{137E63C9-8D0A-23E1-8D80-310560B08076}"/>
              </a:ext>
            </a:extLst>
          </p:cNvPr>
          <p:cNvSpPr/>
          <p:nvPr/>
        </p:nvSpPr>
        <p:spPr>
          <a:xfrm>
            <a:off x="5624515" y="4800761"/>
            <a:ext cx="914400" cy="506713"/>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PCB P1</a:t>
            </a:r>
          </a:p>
        </p:txBody>
      </p:sp>
      <p:sp>
        <p:nvSpPr>
          <p:cNvPr id="48" name="Oval 47">
            <a:extLst>
              <a:ext uri="{FF2B5EF4-FFF2-40B4-BE49-F238E27FC236}">
                <a16:creationId xmlns:a16="http://schemas.microsoft.com/office/drawing/2014/main" id="{EF13EDAB-6FCF-9530-8B60-AF03F8B87053}"/>
              </a:ext>
            </a:extLst>
          </p:cNvPr>
          <p:cNvSpPr/>
          <p:nvPr/>
        </p:nvSpPr>
        <p:spPr>
          <a:xfrm>
            <a:off x="4310747" y="4208194"/>
            <a:ext cx="232681" cy="191941"/>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9183088F-052F-10F9-8FD4-A16D2301F919}"/>
              </a:ext>
            </a:extLst>
          </p:cNvPr>
          <p:cNvSpPr/>
          <p:nvPr/>
        </p:nvSpPr>
        <p:spPr>
          <a:xfrm>
            <a:off x="4869146" y="4208194"/>
            <a:ext cx="232681" cy="191941"/>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Oval 49">
            <a:extLst>
              <a:ext uri="{FF2B5EF4-FFF2-40B4-BE49-F238E27FC236}">
                <a16:creationId xmlns:a16="http://schemas.microsoft.com/office/drawing/2014/main" id="{14BAC168-9C1B-60FE-9BA2-AFEBF5B039F2}"/>
              </a:ext>
            </a:extLst>
          </p:cNvPr>
          <p:cNvSpPr/>
          <p:nvPr/>
        </p:nvSpPr>
        <p:spPr>
          <a:xfrm>
            <a:off x="5426529" y="4208194"/>
            <a:ext cx="232681" cy="191941"/>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Rectangle: Rounded Corners 50">
            <a:extLst>
              <a:ext uri="{FF2B5EF4-FFF2-40B4-BE49-F238E27FC236}">
                <a16:creationId xmlns:a16="http://schemas.microsoft.com/office/drawing/2014/main" id="{361D0518-5C34-55C3-9947-1CD157D3B093}"/>
              </a:ext>
            </a:extLst>
          </p:cNvPr>
          <p:cNvSpPr/>
          <p:nvPr/>
        </p:nvSpPr>
        <p:spPr>
          <a:xfrm>
            <a:off x="5624515" y="5515331"/>
            <a:ext cx="914400" cy="506713"/>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PCB P2</a:t>
            </a:r>
          </a:p>
        </p:txBody>
      </p:sp>
      <p:sp>
        <p:nvSpPr>
          <p:cNvPr id="52" name="Rectangle: Rounded Corners 51">
            <a:extLst>
              <a:ext uri="{FF2B5EF4-FFF2-40B4-BE49-F238E27FC236}">
                <a16:creationId xmlns:a16="http://schemas.microsoft.com/office/drawing/2014/main" id="{1271DEDB-926A-5C53-39AF-88A1F9141492}"/>
              </a:ext>
            </a:extLst>
          </p:cNvPr>
          <p:cNvSpPr/>
          <p:nvPr/>
        </p:nvSpPr>
        <p:spPr>
          <a:xfrm>
            <a:off x="5636076" y="6105035"/>
            <a:ext cx="914400" cy="506713"/>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PCB P3</a:t>
            </a:r>
          </a:p>
        </p:txBody>
      </p:sp>
      <p:cxnSp>
        <p:nvCxnSpPr>
          <p:cNvPr id="54" name="Connector: Elbow 53">
            <a:extLst>
              <a:ext uri="{FF2B5EF4-FFF2-40B4-BE49-F238E27FC236}">
                <a16:creationId xmlns:a16="http://schemas.microsoft.com/office/drawing/2014/main" id="{8F00E0FC-788C-07CF-D70F-7611DE068526}"/>
              </a:ext>
            </a:extLst>
          </p:cNvPr>
          <p:cNvCxnSpPr>
            <a:cxnSpLocks/>
            <a:stCxn id="50" idx="4"/>
            <a:endCxn id="47" idx="1"/>
          </p:cNvCxnSpPr>
          <p:nvPr/>
        </p:nvCxnSpPr>
        <p:spPr>
          <a:xfrm rot="16200000" flipH="1">
            <a:off x="5256701" y="4686303"/>
            <a:ext cx="653983" cy="81645"/>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Connector: Elbow 55">
            <a:extLst>
              <a:ext uri="{FF2B5EF4-FFF2-40B4-BE49-F238E27FC236}">
                <a16:creationId xmlns:a16="http://schemas.microsoft.com/office/drawing/2014/main" id="{E23F936F-B95C-3742-E973-EF9DEEC2EC04}"/>
              </a:ext>
            </a:extLst>
          </p:cNvPr>
          <p:cNvCxnSpPr>
            <a:cxnSpLocks/>
            <a:endCxn id="51" idx="1"/>
          </p:cNvCxnSpPr>
          <p:nvPr/>
        </p:nvCxnSpPr>
        <p:spPr>
          <a:xfrm rot="16200000" flipH="1">
            <a:off x="4617406" y="4761579"/>
            <a:ext cx="1368554" cy="64566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96B37F9A-76C7-54FC-1279-8EBD2136C638}"/>
              </a:ext>
            </a:extLst>
          </p:cNvPr>
          <p:cNvCxnSpPr>
            <a:cxnSpLocks/>
            <a:endCxn id="52" idx="1"/>
          </p:cNvCxnSpPr>
          <p:nvPr/>
        </p:nvCxnSpPr>
        <p:spPr>
          <a:xfrm rot="16200000" flipH="1">
            <a:off x="4078853" y="4801169"/>
            <a:ext cx="1899836" cy="121461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3443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26A31-87BA-BD62-DA05-A086EA86FD54}"/>
              </a:ext>
            </a:extLst>
          </p:cNvPr>
          <p:cNvSpPr>
            <a:spLocks noGrp="1"/>
          </p:cNvSpPr>
          <p:nvPr>
            <p:ph type="title"/>
          </p:nvPr>
        </p:nvSpPr>
        <p:spPr>
          <a:xfrm>
            <a:off x="0" y="158951"/>
            <a:ext cx="10515600" cy="363564"/>
          </a:xfrm>
        </p:spPr>
        <p:txBody>
          <a:bodyPr>
            <a:normAutofit fontScale="90000"/>
          </a:bodyPr>
          <a:lstStyle/>
          <a:p>
            <a:r>
              <a:rPr lang="en-IN" dirty="0"/>
              <a:t>Process Management  </a:t>
            </a:r>
            <a:r>
              <a:rPr lang="en-IN" sz="2200" dirty="0"/>
              <a:t>Context SWITCHING</a:t>
            </a:r>
          </a:p>
        </p:txBody>
      </p:sp>
      <p:pic>
        <p:nvPicPr>
          <p:cNvPr id="5122" name="Picture 2" descr="Lightbox">
            <a:extLst>
              <a:ext uri="{FF2B5EF4-FFF2-40B4-BE49-F238E27FC236}">
                <a16:creationId xmlns:a16="http://schemas.microsoft.com/office/drawing/2014/main" id="{1A213389-059E-3790-18C4-C1FB012631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3144"/>
            <a:ext cx="12192000" cy="6204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7692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B7855-9DC5-EC38-2AAA-17B529CB95D3}"/>
              </a:ext>
            </a:extLst>
          </p:cNvPr>
          <p:cNvSpPr>
            <a:spLocks noGrp="1"/>
          </p:cNvSpPr>
          <p:nvPr>
            <p:ph type="title"/>
          </p:nvPr>
        </p:nvSpPr>
        <p:spPr/>
        <p:txBody>
          <a:bodyPr/>
          <a:lstStyle/>
          <a:p>
            <a:r>
              <a:rPr lang="en-IN" dirty="0"/>
              <a:t>CPU SCHEDULING </a:t>
            </a:r>
          </a:p>
        </p:txBody>
      </p:sp>
      <p:sp>
        <p:nvSpPr>
          <p:cNvPr id="3" name="Content Placeholder 2">
            <a:extLst>
              <a:ext uri="{FF2B5EF4-FFF2-40B4-BE49-F238E27FC236}">
                <a16:creationId xmlns:a16="http://schemas.microsoft.com/office/drawing/2014/main" id="{EF43EF45-3060-CFBC-A9C4-3040D3EF1979}"/>
              </a:ext>
            </a:extLst>
          </p:cNvPr>
          <p:cNvSpPr>
            <a:spLocks noGrp="1"/>
          </p:cNvSpPr>
          <p:nvPr>
            <p:ph idx="1"/>
          </p:nvPr>
        </p:nvSpPr>
        <p:spPr/>
        <p:txBody>
          <a:bodyPr/>
          <a:lstStyle/>
          <a:p>
            <a:r>
              <a:rPr lang="en-IN" dirty="0"/>
              <a:t>Definition</a:t>
            </a:r>
          </a:p>
          <a:p>
            <a:pPr marL="0" indent="0" algn="just">
              <a:buNone/>
            </a:pPr>
            <a:endParaRPr lang="en-US" sz="24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US" sz="24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CPU Scheduling</a:t>
            </a:r>
            <a:r>
              <a:rPr lang="en-US" sz="24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is a process that allows one process to use the CPU while another process is delayed (in standby) due to unavailability of any resources such as I/O etc., thus making full use of the CPU. The purpose of CPU Scheduling is to make the system more efficient, faster, and fairer.</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161908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B7855-9DC5-EC38-2AAA-17B529CB95D3}"/>
              </a:ext>
            </a:extLst>
          </p:cNvPr>
          <p:cNvSpPr>
            <a:spLocks noGrp="1"/>
          </p:cNvSpPr>
          <p:nvPr>
            <p:ph type="title"/>
          </p:nvPr>
        </p:nvSpPr>
        <p:spPr/>
        <p:txBody>
          <a:bodyPr/>
          <a:lstStyle/>
          <a:p>
            <a:r>
              <a:rPr lang="en-IN" dirty="0"/>
              <a:t>CPU SCHEDULING </a:t>
            </a:r>
          </a:p>
        </p:txBody>
      </p:sp>
      <p:sp>
        <p:nvSpPr>
          <p:cNvPr id="3" name="Content Placeholder 2">
            <a:extLst>
              <a:ext uri="{FF2B5EF4-FFF2-40B4-BE49-F238E27FC236}">
                <a16:creationId xmlns:a16="http://schemas.microsoft.com/office/drawing/2014/main" id="{EF43EF45-3060-CFBC-A9C4-3040D3EF1979}"/>
              </a:ext>
            </a:extLst>
          </p:cNvPr>
          <p:cNvSpPr>
            <a:spLocks noGrp="1"/>
          </p:cNvSpPr>
          <p:nvPr>
            <p:ph idx="1"/>
          </p:nvPr>
        </p:nvSpPr>
        <p:spPr/>
        <p:txBody>
          <a:bodyPr/>
          <a:lstStyle/>
          <a:p>
            <a:pPr marL="0" indent="0">
              <a:buNone/>
            </a:pPr>
            <a:r>
              <a:rPr lang="en-IN" dirty="0"/>
              <a:t>CPU Scheduling Algorithms:</a:t>
            </a:r>
          </a:p>
          <a:p>
            <a:pPr marL="0" indent="0">
              <a:buNone/>
            </a:pPr>
            <a:endParaRPr lang="en-IN" dirty="0"/>
          </a:p>
          <a:p>
            <a:pPr>
              <a:buFont typeface="Wingdings" panose="05000000000000000000" pitchFamily="2" charset="2"/>
              <a:buChar char="v"/>
            </a:pPr>
            <a:r>
              <a:rPr lang="en-IN" b="1" i="0" dirty="0">
                <a:solidFill>
                  <a:srgbClr val="273239"/>
                </a:solidFill>
                <a:effectLst/>
                <a:latin typeface="Nunito" pitchFamily="2" charset="0"/>
              </a:rPr>
              <a:t> First Come First Serve (FCFS)</a:t>
            </a:r>
          </a:p>
          <a:p>
            <a:pPr>
              <a:buFont typeface="Wingdings" panose="05000000000000000000" pitchFamily="2" charset="2"/>
              <a:buChar char="v"/>
            </a:pPr>
            <a:r>
              <a:rPr lang="en-IN" b="1" i="0" dirty="0">
                <a:solidFill>
                  <a:srgbClr val="273239"/>
                </a:solidFill>
                <a:effectLst/>
                <a:latin typeface="Nunito" pitchFamily="2" charset="0"/>
              </a:rPr>
              <a:t> Shortest Job First (SJF) [Non </a:t>
            </a:r>
            <a:r>
              <a:rPr lang="en-IN" b="1" dirty="0">
                <a:solidFill>
                  <a:srgbClr val="273239"/>
                </a:solidFill>
                <a:latin typeface="Nunito" pitchFamily="2" charset="0"/>
              </a:rPr>
              <a:t>P</a:t>
            </a:r>
            <a:r>
              <a:rPr lang="en-IN" b="1" i="0" dirty="0">
                <a:solidFill>
                  <a:srgbClr val="273239"/>
                </a:solidFill>
                <a:effectLst/>
                <a:latin typeface="Nunito" pitchFamily="2" charset="0"/>
              </a:rPr>
              <a:t>reemptive]</a:t>
            </a:r>
          </a:p>
          <a:p>
            <a:pPr>
              <a:buFont typeface="Wingdings" panose="05000000000000000000" pitchFamily="2" charset="2"/>
              <a:buChar char="v"/>
            </a:pPr>
            <a:r>
              <a:rPr lang="en-IN" b="1" i="0" dirty="0">
                <a:solidFill>
                  <a:srgbClr val="273239"/>
                </a:solidFill>
                <a:effectLst/>
                <a:latin typeface="Nunito" pitchFamily="2" charset="0"/>
              </a:rPr>
              <a:t> Shortest Remaining Time First [Preemptive]</a:t>
            </a:r>
          </a:p>
          <a:p>
            <a:pPr>
              <a:buFont typeface="Wingdings" panose="05000000000000000000" pitchFamily="2" charset="2"/>
              <a:buChar char="v"/>
            </a:pPr>
            <a:r>
              <a:rPr lang="en-IN" b="1" i="0" dirty="0">
                <a:solidFill>
                  <a:srgbClr val="273239"/>
                </a:solidFill>
                <a:effectLst/>
                <a:latin typeface="Nunito" pitchFamily="2" charset="0"/>
              </a:rPr>
              <a:t> Priority Scheduling [Preemptive &amp; Non Preemptive]</a:t>
            </a:r>
          </a:p>
          <a:p>
            <a:pPr>
              <a:buFont typeface="Wingdings" panose="05000000000000000000" pitchFamily="2" charset="2"/>
              <a:buChar char="v"/>
            </a:pPr>
            <a:r>
              <a:rPr lang="en-IN" b="1" i="0" dirty="0">
                <a:solidFill>
                  <a:srgbClr val="273239"/>
                </a:solidFill>
                <a:effectLst/>
                <a:latin typeface="Nunito" pitchFamily="2" charset="0"/>
              </a:rPr>
              <a:t> Round robin </a:t>
            </a:r>
          </a:p>
          <a:p>
            <a:pPr marL="0" indent="0">
              <a:buNone/>
            </a:pPr>
            <a:endParaRPr lang="en-IN" b="1" i="0" dirty="0">
              <a:solidFill>
                <a:srgbClr val="273239"/>
              </a:solidFill>
              <a:effectLst/>
              <a:latin typeface="Nunito" pitchFamily="2" charset="0"/>
            </a:endParaRPr>
          </a:p>
          <a:p>
            <a:pPr marL="0" indent="0">
              <a:buNone/>
            </a:pPr>
            <a:endParaRPr lang="en-IN" b="1" i="0" dirty="0">
              <a:solidFill>
                <a:srgbClr val="273239"/>
              </a:solidFill>
              <a:effectLst/>
              <a:latin typeface="Nunito" pitchFamily="2" charset="0"/>
            </a:endParaRPr>
          </a:p>
          <a:p>
            <a:pPr marL="0" indent="0">
              <a:buNone/>
            </a:pPr>
            <a:endParaRPr lang="en-IN" dirty="0"/>
          </a:p>
        </p:txBody>
      </p:sp>
    </p:spTree>
    <p:extLst>
      <p:ext uri="{BB962C8B-B14F-4D97-AF65-F5344CB8AC3E}">
        <p14:creationId xmlns:p14="http://schemas.microsoft.com/office/powerpoint/2010/main" val="9516041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B7855-9DC5-EC38-2AAA-17B529CB95D3}"/>
              </a:ext>
            </a:extLst>
          </p:cNvPr>
          <p:cNvSpPr>
            <a:spLocks noGrp="1"/>
          </p:cNvSpPr>
          <p:nvPr>
            <p:ph type="title"/>
          </p:nvPr>
        </p:nvSpPr>
        <p:spPr>
          <a:xfrm>
            <a:off x="228601" y="214312"/>
            <a:ext cx="10058400" cy="672656"/>
          </a:xfrm>
        </p:spPr>
        <p:txBody>
          <a:bodyPr>
            <a:normAutofit fontScale="90000"/>
          </a:bodyPr>
          <a:lstStyle/>
          <a:p>
            <a:r>
              <a:rPr lang="en-IN" dirty="0"/>
              <a:t>CPU SCHEDULING </a:t>
            </a:r>
          </a:p>
        </p:txBody>
      </p:sp>
      <p:sp>
        <p:nvSpPr>
          <p:cNvPr id="3" name="Content Placeholder 2">
            <a:extLst>
              <a:ext uri="{FF2B5EF4-FFF2-40B4-BE49-F238E27FC236}">
                <a16:creationId xmlns:a16="http://schemas.microsoft.com/office/drawing/2014/main" id="{EF43EF45-3060-CFBC-A9C4-3040D3EF1979}"/>
              </a:ext>
            </a:extLst>
          </p:cNvPr>
          <p:cNvSpPr>
            <a:spLocks noGrp="1"/>
          </p:cNvSpPr>
          <p:nvPr>
            <p:ph idx="1"/>
          </p:nvPr>
        </p:nvSpPr>
        <p:spPr>
          <a:xfrm>
            <a:off x="228601" y="1157288"/>
            <a:ext cx="11657146" cy="5486400"/>
          </a:xfrm>
        </p:spPr>
        <p:txBody>
          <a:bodyPr>
            <a:normAutofit fontScale="92500" lnSpcReduction="10000"/>
          </a:bodyPr>
          <a:lstStyle/>
          <a:p>
            <a:pPr marL="0" indent="0">
              <a:buNone/>
            </a:pPr>
            <a:r>
              <a:rPr lang="en-IN" dirty="0"/>
              <a:t>Criteria for selecting CPU Scheduling Algorithms</a:t>
            </a:r>
          </a:p>
          <a:p>
            <a:pPr marL="0" indent="0">
              <a:buNone/>
            </a:pPr>
            <a:endParaRPr lang="en-IN" sz="400" dirty="0"/>
          </a:p>
          <a:p>
            <a:pPr>
              <a:buFont typeface="Wingdings" panose="05000000000000000000" pitchFamily="2" charset="2"/>
              <a:buChar char="v"/>
            </a:pPr>
            <a:r>
              <a:rPr lang="en-IN" b="1" i="0" dirty="0">
                <a:solidFill>
                  <a:srgbClr val="273239"/>
                </a:solidFill>
                <a:effectLst/>
                <a:latin typeface="Nunito" pitchFamily="2" charset="0"/>
              </a:rPr>
              <a:t> CPU utilization : </a:t>
            </a:r>
            <a:r>
              <a:rPr lang="en-US" sz="1800" b="1" i="0" dirty="0">
                <a:solidFill>
                  <a:srgbClr val="273239"/>
                </a:solidFill>
                <a:effectLst/>
                <a:latin typeface="Nunito" pitchFamily="2" charset="0"/>
              </a:rPr>
              <a:t>CPU utilization </a:t>
            </a:r>
            <a:r>
              <a:rPr lang="en-US" sz="1800" b="0" i="0" dirty="0">
                <a:solidFill>
                  <a:srgbClr val="273239"/>
                </a:solidFill>
                <a:effectLst/>
                <a:latin typeface="Nunito" pitchFamily="2" charset="0"/>
              </a:rPr>
              <a:t>can range from 0 to 100 but in a real-time system, it varies from 40 to  90 percent </a:t>
            </a:r>
            <a:r>
              <a:rPr lang="en-US" sz="2000" b="0" i="0" dirty="0">
                <a:solidFill>
                  <a:srgbClr val="273239"/>
                </a:solidFill>
                <a:effectLst/>
                <a:latin typeface="Nunito" pitchFamily="2" charset="0"/>
              </a:rPr>
              <a:t>depending on the load upon the system.</a:t>
            </a:r>
          </a:p>
          <a:p>
            <a:pPr marL="0" indent="0">
              <a:buNone/>
            </a:pPr>
            <a:endParaRPr lang="en-US" sz="1200" dirty="0">
              <a:solidFill>
                <a:srgbClr val="273239"/>
              </a:solidFill>
              <a:latin typeface="Nunito" pitchFamily="2" charset="0"/>
            </a:endParaRPr>
          </a:p>
          <a:p>
            <a:pPr>
              <a:buFont typeface="Wingdings" panose="05000000000000000000" pitchFamily="2" charset="2"/>
              <a:buChar char="v"/>
            </a:pPr>
            <a:r>
              <a:rPr lang="en-IN" b="1" i="0" dirty="0">
                <a:solidFill>
                  <a:srgbClr val="273239"/>
                </a:solidFill>
                <a:effectLst/>
                <a:latin typeface="Nunito" pitchFamily="2" charset="0"/>
              </a:rPr>
              <a:t>Throughput : </a:t>
            </a:r>
            <a:r>
              <a:rPr lang="en-US" b="0" i="0" dirty="0">
                <a:solidFill>
                  <a:srgbClr val="273239"/>
                </a:solidFill>
                <a:effectLst/>
                <a:latin typeface="Nunito" pitchFamily="2" charset="0"/>
              </a:rPr>
              <a:t>number of processes being executed and completed per unit of time  is called </a:t>
            </a:r>
            <a:r>
              <a:rPr lang="en-US" b="1" i="0" dirty="0">
                <a:solidFill>
                  <a:srgbClr val="273239"/>
                </a:solidFill>
                <a:effectLst/>
                <a:latin typeface="Nunito" pitchFamily="2" charset="0"/>
              </a:rPr>
              <a:t>throughput.</a:t>
            </a:r>
          </a:p>
          <a:p>
            <a:pPr marL="0" indent="0">
              <a:buNone/>
            </a:pPr>
            <a:endParaRPr lang="en-US" sz="400" dirty="0">
              <a:solidFill>
                <a:srgbClr val="273239"/>
              </a:solidFill>
              <a:latin typeface="Nunito" pitchFamily="2" charset="0"/>
            </a:endParaRPr>
          </a:p>
          <a:p>
            <a:pPr>
              <a:buFont typeface="Wingdings" panose="05000000000000000000" pitchFamily="2" charset="2"/>
              <a:buChar char="v"/>
            </a:pPr>
            <a:r>
              <a:rPr lang="en-US" b="1" i="0" dirty="0">
                <a:solidFill>
                  <a:srgbClr val="273239"/>
                </a:solidFill>
                <a:effectLst/>
                <a:latin typeface="Nunito" pitchFamily="2" charset="0"/>
              </a:rPr>
              <a:t> </a:t>
            </a:r>
            <a:r>
              <a:rPr lang="en-IN" b="1" i="0" dirty="0">
                <a:solidFill>
                  <a:srgbClr val="273239"/>
                </a:solidFill>
                <a:effectLst/>
                <a:latin typeface="Nunito" pitchFamily="2" charset="0"/>
              </a:rPr>
              <a:t>Turnaround Time : </a:t>
            </a:r>
            <a:r>
              <a:rPr lang="en-US" b="1" i="0" dirty="0">
                <a:solidFill>
                  <a:srgbClr val="273239"/>
                </a:solidFill>
                <a:effectLst/>
                <a:latin typeface="Nunito" pitchFamily="2" charset="0"/>
              </a:rPr>
              <a:t>Turn-around time </a:t>
            </a:r>
            <a:r>
              <a:rPr lang="en-US" b="0" i="0" dirty="0">
                <a:solidFill>
                  <a:srgbClr val="273239"/>
                </a:solidFill>
                <a:effectLst/>
                <a:latin typeface="Nunito" pitchFamily="2" charset="0"/>
              </a:rPr>
              <a:t>is the sum of times spent waiting to get into memory, waiting in the ready queue, executing in CPU, and waiting for I/O. </a:t>
            </a:r>
          </a:p>
          <a:p>
            <a:pPr marL="0" indent="0">
              <a:buNone/>
            </a:pPr>
            <a:r>
              <a:rPr lang="en-US" dirty="0">
                <a:solidFill>
                  <a:srgbClr val="273239"/>
                </a:solidFill>
                <a:latin typeface="Nunito" pitchFamily="2" charset="0"/>
              </a:rPr>
              <a:t>                        </a:t>
            </a:r>
            <a:r>
              <a:rPr kumimoji="0" lang="en-US" altLang="en-US" sz="2000" b="0" i="0" u="none" strike="noStrike" cap="none" normalizeH="0" baseline="0" dirty="0">
                <a:ln>
                  <a:noFill/>
                </a:ln>
                <a:solidFill>
                  <a:srgbClr val="273239"/>
                </a:solidFill>
                <a:effectLst/>
                <a:latin typeface="Consolas" panose="020B0609020204030204" pitchFamily="49" charset="0"/>
              </a:rPr>
              <a:t>Turn Around Time = Completion Time - Arrival Time</a:t>
            </a:r>
          </a:p>
          <a:p>
            <a:pPr marL="0" indent="0">
              <a:buNone/>
            </a:pPr>
            <a:endParaRPr lang="en-IN" sz="800" b="1" i="0" dirty="0">
              <a:solidFill>
                <a:srgbClr val="273239"/>
              </a:solidFill>
              <a:effectLst/>
              <a:latin typeface="Nunito" pitchFamily="2" charset="0"/>
            </a:endParaRPr>
          </a:p>
          <a:p>
            <a:pPr>
              <a:buFont typeface="Wingdings" panose="05000000000000000000" pitchFamily="2" charset="2"/>
              <a:buChar char="v"/>
            </a:pPr>
            <a:r>
              <a:rPr lang="en-IN" b="1" i="0" dirty="0">
                <a:solidFill>
                  <a:srgbClr val="273239"/>
                </a:solidFill>
                <a:effectLst/>
                <a:latin typeface="Nunito" pitchFamily="2" charset="0"/>
              </a:rPr>
              <a:t> Waiting Time : </a:t>
            </a:r>
            <a:r>
              <a:rPr lang="en-IN" dirty="0">
                <a:solidFill>
                  <a:srgbClr val="273239"/>
                </a:solidFill>
                <a:latin typeface="Nunito" pitchFamily="2" charset="0"/>
              </a:rPr>
              <a:t>Time spent by process in ready queue</a:t>
            </a:r>
          </a:p>
          <a:p>
            <a:pPr marL="0" indent="0">
              <a:buNone/>
            </a:pPr>
            <a:r>
              <a:rPr kumimoji="0" lang="en-US" altLang="en-US" sz="2000" b="0" i="0" u="none" strike="noStrike" cap="none" normalizeH="0" baseline="0" dirty="0">
                <a:ln>
                  <a:noFill/>
                </a:ln>
                <a:solidFill>
                  <a:srgbClr val="273239"/>
                </a:solidFill>
                <a:effectLst/>
                <a:latin typeface="Consolas" panose="020B0609020204030204" pitchFamily="49" charset="0"/>
              </a:rPr>
              <a:t>            Waiting Time = Turnaround Time - Burst Time.</a:t>
            </a:r>
          </a:p>
          <a:p>
            <a:pPr marL="0" indent="0">
              <a:buNone/>
            </a:pPr>
            <a:endParaRPr kumimoji="0" lang="en-US" altLang="en-US" sz="1000" b="0" i="0" u="none" strike="noStrike" cap="none" normalizeH="0" baseline="0" dirty="0">
              <a:ln>
                <a:noFill/>
              </a:ln>
              <a:solidFill>
                <a:srgbClr val="273239"/>
              </a:solidFill>
              <a:effectLst/>
              <a:latin typeface="Consolas" panose="020B0609020204030204" pitchFamily="49" charset="0"/>
            </a:endParaRPr>
          </a:p>
          <a:p>
            <a:pPr>
              <a:buFont typeface="Wingdings" panose="05000000000000000000" pitchFamily="2" charset="2"/>
              <a:buChar char="v"/>
            </a:pPr>
            <a:r>
              <a:rPr lang="en-IN" sz="2000" b="1" i="0" dirty="0">
                <a:solidFill>
                  <a:srgbClr val="273239"/>
                </a:solidFill>
                <a:effectLst/>
                <a:latin typeface="Nunito" pitchFamily="2" charset="0"/>
              </a:rPr>
              <a:t>Response Time: </a:t>
            </a:r>
            <a:r>
              <a:rPr lang="en-US" b="0" i="0" dirty="0">
                <a:solidFill>
                  <a:srgbClr val="273239"/>
                </a:solidFill>
                <a:effectLst/>
                <a:latin typeface="Nunito" pitchFamily="2" charset="0"/>
              </a:rPr>
              <a:t>time taken from submission of the process of the request until the first response is produced. This measure is called </a:t>
            </a:r>
            <a:r>
              <a:rPr lang="en-US" b="1" i="0" dirty="0">
                <a:solidFill>
                  <a:srgbClr val="273239"/>
                </a:solidFill>
                <a:effectLst/>
                <a:latin typeface="Nunito" pitchFamily="2" charset="0"/>
              </a:rPr>
              <a:t>response time. </a:t>
            </a:r>
          </a:p>
          <a:p>
            <a:pPr marL="0" indent="0">
              <a:buNone/>
            </a:pPr>
            <a:r>
              <a:rPr kumimoji="0" lang="en-US" altLang="en-US" sz="1700" b="0" i="0" u="none" strike="noStrike" cap="none" normalizeH="0" baseline="0" dirty="0">
                <a:ln>
                  <a:noFill/>
                </a:ln>
                <a:solidFill>
                  <a:srgbClr val="273239"/>
                </a:solidFill>
                <a:effectLst/>
                <a:latin typeface="Consolas" panose="020B0609020204030204" pitchFamily="49" charset="0"/>
              </a:rPr>
              <a:t>     Response Time = CPU Allocation Time(when the CPU was allocated for the first) - Arrival Time</a:t>
            </a:r>
            <a:r>
              <a:rPr lang="en-IN" sz="1700" dirty="0">
                <a:solidFill>
                  <a:srgbClr val="273239"/>
                </a:solidFill>
                <a:latin typeface="Nunito" pitchFamily="2" charset="0"/>
              </a:rPr>
              <a:t>          </a:t>
            </a:r>
            <a:endParaRPr kumimoji="0" lang="en-US" altLang="en-US" sz="1700" b="0" i="0" u="none" strike="noStrike" cap="none" normalizeH="0" baseline="0" dirty="0">
              <a:ln>
                <a:noFill/>
              </a:ln>
              <a:solidFill>
                <a:schemeClr val="tx1"/>
              </a:solidFill>
              <a:effectLst/>
            </a:endParaRPr>
          </a:p>
          <a:p>
            <a:pPr marL="0" indent="0">
              <a:buNone/>
            </a:pPr>
            <a:endParaRPr lang="en-US" altLang="en-US" sz="1800" dirty="0">
              <a:latin typeface="Arial" panose="020B0604020202020204" pitchFamily="34" charset="0"/>
            </a:endParaRPr>
          </a:p>
          <a:p>
            <a:pPr marL="0" indent="0">
              <a:buNone/>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indent="0">
              <a:buNone/>
            </a:pPr>
            <a:endParaRPr lang="en-IN" dirty="0">
              <a:solidFill>
                <a:srgbClr val="273239"/>
              </a:solidFill>
              <a:latin typeface="Nunito" pitchFamily="2" charset="0"/>
            </a:endParaRPr>
          </a:p>
          <a:p>
            <a:pPr marL="0" indent="0">
              <a:buNone/>
            </a:pPr>
            <a:endParaRPr lang="en-IN" dirty="0">
              <a:solidFill>
                <a:srgbClr val="273239"/>
              </a:solidFill>
              <a:latin typeface="Nunito" pitchFamily="2" charset="0"/>
            </a:endParaRPr>
          </a:p>
          <a:p>
            <a:pPr marL="0" indent="0">
              <a:buNone/>
            </a:pPr>
            <a:endParaRPr lang="en-IN" b="1" i="0" dirty="0">
              <a:solidFill>
                <a:srgbClr val="273239"/>
              </a:solidFill>
              <a:effectLst/>
              <a:latin typeface="Nunito" pitchFamily="2" charset="0"/>
            </a:endParaRPr>
          </a:p>
          <a:p>
            <a:pPr marL="0" indent="0">
              <a:buNone/>
            </a:pPr>
            <a:endParaRPr lang="en-IN" b="1" i="0" dirty="0">
              <a:solidFill>
                <a:srgbClr val="273239"/>
              </a:solidFill>
              <a:effectLst/>
              <a:latin typeface="Nunito" pitchFamily="2" charset="0"/>
            </a:endParaRPr>
          </a:p>
          <a:p>
            <a:pPr marL="0" indent="0">
              <a:buNone/>
            </a:pPr>
            <a:endParaRPr lang="en-IN" dirty="0"/>
          </a:p>
        </p:txBody>
      </p:sp>
    </p:spTree>
    <p:extLst>
      <p:ext uri="{BB962C8B-B14F-4D97-AF65-F5344CB8AC3E}">
        <p14:creationId xmlns:p14="http://schemas.microsoft.com/office/powerpoint/2010/main" val="2529242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B7855-9DC5-EC38-2AAA-17B529CB95D3}"/>
              </a:ext>
            </a:extLst>
          </p:cNvPr>
          <p:cNvSpPr>
            <a:spLocks noGrp="1"/>
          </p:cNvSpPr>
          <p:nvPr>
            <p:ph type="title"/>
          </p:nvPr>
        </p:nvSpPr>
        <p:spPr/>
        <p:txBody>
          <a:bodyPr/>
          <a:lstStyle/>
          <a:p>
            <a:r>
              <a:rPr lang="en-IN" dirty="0"/>
              <a:t>CPU SCHEDULING </a:t>
            </a:r>
          </a:p>
        </p:txBody>
      </p:sp>
      <p:sp>
        <p:nvSpPr>
          <p:cNvPr id="3" name="Content Placeholder 2">
            <a:extLst>
              <a:ext uri="{FF2B5EF4-FFF2-40B4-BE49-F238E27FC236}">
                <a16:creationId xmlns:a16="http://schemas.microsoft.com/office/drawing/2014/main" id="{EF43EF45-3060-CFBC-A9C4-3040D3EF1979}"/>
              </a:ext>
            </a:extLst>
          </p:cNvPr>
          <p:cNvSpPr>
            <a:spLocks noGrp="1"/>
          </p:cNvSpPr>
          <p:nvPr>
            <p:ph idx="1"/>
          </p:nvPr>
        </p:nvSpPr>
        <p:spPr>
          <a:xfrm>
            <a:off x="1069848" y="1757364"/>
            <a:ext cx="10058400" cy="4786312"/>
          </a:xfrm>
        </p:spPr>
        <p:txBody>
          <a:bodyPr>
            <a:normAutofit lnSpcReduction="10000"/>
          </a:bodyPr>
          <a:lstStyle/>
          <a:p>
            <a:pPr marL="0" indent="0">
              <a:buNone/>
            </a:pPr>
            <a:r>
              <a:rPr lang="en-IN" b="1" i="0" dirty="0">
                <a:solidFill>
                  <a:srgbClr val="273239"/>
                </a:solidFill>
                <a:effectLst/>
                <a:latin typeface="Nunito" pitchFamily="2" charset="0"/>
              </a:rPr>
              <a:t>First Come First Serve (FCFS)</a:t>
            </a:r>
          </a:p>
          <a:p>
            <a:pPr marL="0" indent="0">
              <a:buNone/>
            </a:pPr>
            <a:endParaRPr lang="en-IN" dirty="0"/>
          </a:p>
          <a:p>
            <a:pPr marL="0" indent="0">
              <a:buNone/>
            </a:pPr>
            <a:r>
              <a:rPr lang="en-US" b="0" i="0" dirty="0">
                <a:solidFill>
                  <a:srgbClr val="273239"/>
                </a:solidFill>
                <a:effectLst/>
                <a:latin typeface="Nunito" pitchFamily="2" charset="0"/>
              </a:rPr>
              <a:t>First come first serve scheduling algorithm states that the process that requests the CPU first is allocated the CPU first and is implemented by using </a:t>
            </a:r>
            <a:r>
              <a:rPr lang="en-US" b="0" i="0" dirty="0">
                <a:effectLst/>
                <a:latin typeface="Nunito" pitchFamily="2" charset="0"/>
              </a:rPr>
              <a:t>FIFO queue</a:t>
            </a:r>
            <a:r>
              <a:rPr lang="en-US" b="0" i="0" dirty="0">
                <a:solidFill>
                  <a:srgbClr val="273239"/>
                </a:solidFill>
                <a:effectLst/>
                <a:latin typeface="Nunito" pitchFamily="2" charset="0"/>
              </a:rPr>
              <a:t>.</a:t>
            </a:r>
          </a:p>
          <a:p>
            <a:pPr marL="0" indent="0">
              <a:buNone/>
            </a:pPr>
            <a:endParaRPr lang="en-US" dirty="0">
              <a:solidFill>
                <a:srgbClr val="273239"/>
              </a:solidFill>
              <a:latin typeface="Nunito" pitchFamily="2" charset="0"/>
            </a:endParaRPr>
          </a:p>
          <a:p>
            <a:pPr algn="l" fontAlgn="base"/>
            <a:r>
              <a:rPr lang="en-US" b="1" i="0" dirty="0">
                <a:solidFill>
                  <a:srgbClr val="273239"/>
                </a:solidFill>
                <a:effectLst/>
                <a:latin typeface="Nunito" pitchFamily="2" charset="0"/>
              </a:rPr>
              <a:t>Advantages of FCFS:</a:t>
            </a:r>
            <a:endParaRPr lang="en-US" b="0" i="0" dirty="0">
              <a:solidFill>
                <a:srgbClr val="273239"/>
              </a:solidFill>
              <a:effectLst/>
              <a:latin typeface="Nunito" pitchFamily="2" charset="0"/>
            </a:endParaRPr>
          </a:p>
          <a:p>
            <a:pPr algn="l" fontAlgn="base">
              <a:buFont typeface="Arial" panose="020B0604020202020204" pitchFamily="34" charset="0"/>
              <a:buChar char="•"/>
            </a:pPr>
            <a:r>
              <a:rPr lang="en-US" b="0" i="0" dirty="0">
                <a:solidFill>
                  <a:srgbClr val="273239"/>
                </a:solidFill>
                <a:effectLst/>
                <a:latin typeface="Nunito" pitchFamily="2" charset="0"/>
              </a:rPr>
              <a:t>Easy to implement</a:t>
            </a:r>
          </a:p>
          <a:p>
            <a:pPr algn="l" fontAlgn="base">
              <a:buFont typeface="Arial" panose="020B0604020202020204" pitchFamily="34" charset="0"/>
              <a:buChar char="•"/>
            </a:pPr>
            <a:r>
              <a:rPr lang="en-US" b="0" i="0" dirty="0">
                <a:solidFill>
                  <a:srgbClr val="273239"/>
                </a:solidFill>
                <a:effectLst/>
                <a:latin typeface="Nunito" pitchFamily="2" charset="0"/>
              </a:rPr>
              <a:t>First come, first serve method</a:t>
            </a:r>
          </a:p>
          <a:p>
            <a:pPr marL="0" indent="0" algn="l" fontAlgn="base">
              <a:buNone/>
            </a:pPr>
            <a:endParaRPr lang="en-US" b="0" i="0" dirty="0">
              <a:solidFill>
                <a:srgbClr val="273239"/>
              </a:solidFill>
              <a:effectLst/>
              <a:latin typeface="Nunito" pitchFamily="2" charset="0"/>
            </a:endParaRPr>
          </a:p>
          <a:p>
            <a:pPr algn="l" fontAlgn="base"/>
            <a:r>
              <a:rPr lang="en-US" b="1" i="0" dirty="0">
                <a:solidFill>
                  <a:srgbClr val="273239"/>
                </a:solidFill>
                <a:effectLst/>
                <a:latin typeface="Nunito" pitchFamily="2" charset="0"/>
              </a:rPr>
              <a:t>Disadvantages of FCFS:</a:t>
            </a:r>
            <a:endParaRPr lang="en-US" b="0" i="0" dirty="0">
              <a:solidFill>
                <a:srgbClr val="273239"/>
              </a:solidFill>
              <a:effectLst/>
              <a:latin typeface="Nunito" pitchFamily="2" charset="0"/>
            </a:endParaRPr>
          </a:p>
          <a:p>
            <a:pPr algn="l" fontAlgn="base">
              <a:buFont typeface="Arial" panose="020B0604020202020204" pitchFamily="34" charset="0"/>
              <a:buChar char="•"/>
            </a:pPr>
            <a:r>
              <a:rPr lang="en-US" b="0" i="0" dirty="0">
                <a:solidFill>
                  <a:srgbClr val="273239"/>
                </a:solidFill>
                <a:effectLst/>
                <a:latin typeface="Nunito" pitchFamily="2" charset="0"/>
              </a:rPr>
              <a:t>FCFS suffers from </a:t>
            </a:r>
            <a:r>
              <a:rPr lang="en-US" b="1" i="0" dirty="0">
                <a:solidFill>
                  <a:srgbClr val="273239"/>
                </a:solidFill>
                <a:effectLst/>
                <a:latin typeface="Nunito" pitchFamily="2" charset="0"/>
              </a:rPr>
              <a:t>Convoy effect</a:t>
            </a:r>
            <a:r>
              <a:rPr lang="en-US" b="0" i="0" dirty="0">
                <a:solidFill>
                  <a:srgbClr val="273239"/>
                </a:solidFill>
                <a:effectLst/>
                <a:latin typeface="Nunito" pitchFamily="2" charset="0"/>
              </a:rPr>
              <a:t>.</a:t>
            </a:r>
          </a:p>
          <a:p>
            <a:pPr algn="l" fontAlgn="base">
              <a:buFont typeface="Arial" panose="020B0604020202020204" pitchFamily="34" charset="0"/>
              <a:buChar char="•"/>
            </a:pPr>
            <a:r>
              <a:rPr lang="en-US" b="0" i="0" dirty="0">
                <a:solidFill>
                  <a:srgbClr val="273239"/>
                </a:solidFill>
                <a:effectLst/>
                <a:latin typeface="Nunito" pitchFamily="2" charset="0"/>
              </a:rPr>
              <a:t>The average waiting time is much higher than the other algorithms.</a:t>
            </a:r>
          </a:p>
          <a:p>
            <a:pPr marL="0" indent="0">
              <a:buNone/>
            </a:pPr>
            <a:endParaRPr lang="en-IN" b="1" i="0" dirty="0">
              <a:solidFill>
                <a:srgbClr val="273239"/>
              </a:solidFill>
              <a:effectLst/>
              <a:latin typeface="Nunito" pitchFamily="2" charset="0"/>
            </a:endParaRPr>
          </a:p>
          <a:p>
            <a:pPr marL="0" indent="0">
              <a:buNone/>
            </a:pPr>
            <a:endParaRPr lang="en-IN" b="1" i="0" dirty="0">
              <a:solidFill>
                <a:srgbClr val="273239"/>
              </a:solidFill>
              <a:effectLst/>
              <a:latin typeface="Nunito" pitchFamily="2" charset="0"/>
            </a:endParaRPr>
          </a:p>
          <a:p>
            <a:pPr marL="0" indent="0">
              <a:buNone/>
            </a:pPr>
            <a:endParaRPr lang="en-IN" dirty="0"/>
          </a:p>
        </p:txBody>
      </p:sp>
    </p:spTree>
    <p:extLst>
      <p:ext uri="{BB962C8B-B14F-4D97-AF65-F5344CB8AC3E}">
        <p14:creationId xmlns:p14="http://schemas.microsoft.com/office/powerpoint/2010/main" val="16154142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B7855-9DC5-EC38-2AAA-17B529CB95D3}"/>
              </a:ext>
            </a:extLst>
          </p:cNvPr>
          <p:cNvSpPr>
            <a:spLocks noGrp="1"/>
          </p:cNvSpPr>
          <p:nvPr>
            <p:ph type="title"/>
          </p:nvPr>
        </p:nvSpPr>
        <p:spPr>
          <a:xfrm>
            <a:off x="1069848" y="484632"/>
            <a:ext cx="10058400" cy="486918"/>
          </a:xfrm>
        </p:spPr>
        <p:txBody>
          <a:bodyPr>
            <a:normAutofit fontScale="90000"/>
          </a:bodyPr>
          <a:lstStyle/>
          <a:p>
            <a:r>
              <a:rPr lang="en-IN" dirty="0"/>
              <a:t>CPU SCHEDULING </a:t>
            </a:r>
          </a:p>
        </p:txBody>
      </p:sp>
      <p:sp>
        <p:nvSpPr>
          <p:cNvPr id="3" name="Content Placeholder 2">
            <a:extLst>
              <a:ext uri="{FF2B5EF4-FFF2-40B4-BE49-F238E27FC236}">
                <a16:creationId xmlns:a16="http://schemas.microsoft.com/office/drawing/2014/main" id="{EF43EF45-3060-CFBC-A9C4-3040D3EF1979}"/>
              </a:ext>
            </a:extLst>
          </p:cNvPr>
          <p:cNvSpPr>
            <a:spLocks noGrp="1"/>
          </p:cNvSpPr>
          <p:nvPr>
            <p:ph idx="1"/>
          </p:nvPr>
        </p:nvSpPr>
        <p:spPr>
          <a:xfrm>
            <a:off x="1069847" y="1114425"/>
            <a:ext cx="10731627" cy="5429251"/>
          </a:xfrm>
        </p:spPr>
        <p:txBody>
          <a:bodyPr>
            <a:normAutofit/>
          </a:bodyPr>
          <a:lstStyle/>
          <a:p>
            <a:pPr marL="0" indent="0">
              <a:buNone/>
            </a:pPr>
            <a:r>
              <a:rPr lang="en-IN" b="1" i="0" dirty="0">
                <a:solidFill>
                  <a:srgbClr val="273239"/>
                </a:solidFill>
                <a:effectLst/>
                <a:latin typeface="Nunito" pitchFamily="2" charset="0"/>
              </a:rPr>
              <a:t>Example: First Come First Serve (FCFS)</a:t>
            </a:r>
          </a:p>
          <a:p>
            <a:pPr marL="0" indent="0">
              <a:buNone/>
            </a:pPr>
            <a:r>
              <a:rPr lang="en-US"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Consider the following table of arrival time and burst time for five processes P1, P2, P3, P4 and P5. </a:t>
            </a:r>
            <a:endParaRPr lang="en-IN"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IN" dirty="0"/>
          </a:p>
          <a:p>
            <a:pPr marL="0" indent="0">
              <a:buNone/>
            </a:pPr>
            <a:endParaRPr lang="en-IN" b="1" i="0" dirty="0">
              <a:solidFill>
                <a:srgbClr val="273239"/>
              </a:solidFill>
              <a:effectLst/>
              <a:latin typeface="Nunito" pitchFamily="2" charset="0"/>
            </a:endParaRPr>
          </a:p>
          <a:p>
            <a:pPr marL="0" indent="0">
              <a:buNone/>
            </a:pPr>
            <a:endParaRPr lang="en-IN" dirty="0"/>
          </a:p>
        </p:txBody>
      </p:sp>
      <p:graphicFrame>
        <p:nvGraphicFramePr>
          <p:cNvPr id="4" name="Table 3">
            <a:extLst>
              <a:ext uri="{FF2B5EF4-FFF2-40B4-BE49-F238E27FC236}">
                <a16:creationId xmlns:a16="http://schemas.microsoft.com/office/drawing/2014/main" id="{8F72AE94-21B8-85DC-5AD3-597E629112A1}"/>
              </a:ext>
            </a:extLst>
          </p:cNvPr>
          <p:cNvGraphicFramePr>
            <a:graphicFrameLocks noGrp="1"/>
          </p:cNvGraphicFramePr>
          <p:nvPr>
            <p:extLst>
              <p:ext uri="{D42A27DB-BD31-4B8C-83A1-F6EECF244321}">
                <p14:modId xmlns:p14="http://schemas.microsoft.com/office/powerpoint/2010/main" val="2865611339"/>
              </p:ext>
            </p:extLst>
          </p:nvPr>
        </p:nvGraphicFramePr>
        <p:xfrm>
          <a:off x="1069847" y="2063115"/>
          <a:ext cx="4025899" cy="1799209"/>
        </p:xfrm>
        <a:graphic>
          <a:graphicData uri="http://schemas.openxmlformats.org/drawingml/2006/table">
            <a:tbl>
              <a:tblPr firstRow="1" bandRow="1">
                <a:tableStyleId>{5C22544A-7EE6-4342-B048-85BDC9FD1C3A}</a:tableStyleId>
              </a:tblPr>
              <a:tblGrid>
                <a:gridCol w="1094350">
                  <a:extLst>
                    <a:ext uri="{9D8B030D-6E8A-4147-A177-3AD203B41FA5}">
                      <a16:colId xmlns:a16="http://schemas.microsoft.com/office/drawing/2014/main" val="2633265002"/>
                    </a:ext>
                  </a:extLst>
                </a:gridCol>
                <a:gridCol w="1421966">
                  <a:extLst>
                    <a:ext uri="{9D8B030D-6E8A-4147-A177-3AD203B41FA5}">
                      <a16:colId xmlns:a16="http://schemas.microsoft.com/office/drawing/2014/main" val="2401017171"/>
                    </a:ext>
                  </a:extLst>
                </a:gridCol>
                <a:gridCol w="1509583">
                  <a:extLst>
                    <a:ext uri="{9D8B030D-6E8A-4147-A177-3AD203B41FA5}">
                      <a16:colId xmlns:a16="http://schemas.microsoft.com/office/drawing/2014/main" val="3977588893"/>
                    </a:ext>
                  </a:extLst>
                </a:gridCol>
              </a:tblGrid>
              <a:tr h="336169">
                <a:tc>
                  <a:txBody>
                    <a:bodyPr/>
                    <a:lstStyle/>
                    <a:p>
                      <a:pPr algn="ctr"/>
                      <a:r>
                        <a:rPr lang="en-IN" sz="1400" dirty="0"/>
                        <a:t>Processes</a:t>
                      </a:r>
                    </a:p>
                  </a:txBody>
                  <a:tcPr/>
                </a:tc>
                <a:tc>
                  <a:txBody>
                    <a:bodyPr/>
                    <a:lstStyle/>
                    <a:p>
                      <a:pPr algn="ctr"/>
                      <a:r>
                        <a:rPr lang="en-IN" sz="1400" dirty="0"/>
                        <a:t>Arrival Time </a:t>
                      </a:r>
                    </a:p>
                  </a:txBody>
                  <a:tcPr/>
                </a:tc>
                <a:tc>
                  <a:txBody>
                    <a:bodyPr/>
                    <a:lstStyle/>
                    <a:p>
                      <a:pPr algn="ctr"/>
                      <a:r>
                        <a:rPr lang="en-IN" sz="1400" dirty="0"/>
                        <a:t>Burst Time</a:t>
                      </a:r>
                    </a:p>
                  </a:txBody>
                  <a:tcPr/>
                </a:tc>
                <a:extLst>
                  <a:ext uri="{0D108BD9-81ED-4DB2-BD59-A6C34878D82A}">
                    <a16:rowId xmlns:a16="http://schemas.microsoft.com/office/drawing/2014/main" val="2749387750"/>
                  </a:ext>
                </a:extLst>
              </a:tr>
              <a:tr h="336169">
                <a:tc>
                  <a:txBody>
                    <a:bodyPr/>
                    <a:lstStyle/>
                    <a:p>
                      <a:pPr algn="ctr"/>
                      <a:r>
                        <a:rPr lang="en-IN" dirty="0"/>
                        <a:t>P1</a:t>
                      </a:r>
                    </a:p>
                  </a:txBody>
                  <a:tcPr/>
                </a:tc>
                <a:tc>
                  <a:txBody>
                    <a:bodyPr/>
                    <a:lstStyle/>
                    <a:p>
                      <a:pPr algn="ctr"/>
                      <a:r>
                        <a:rPr lang="en-IN" dirty="0"/>
                        <a:t>0</a:t>
                      </a:r>
                    </a:p>
                  </a:txBody>
                  <a:tcPr/>
                </a:tc>
                <a:tc>
                  <a:txBody>
                    <a:bodyPr/>
                    <a:lstStyle/>
                    <a:p>
                      <a:pPr algn="ctr"/>
                      <a:r>
                        <a:rPr lang="en-IN" dirty="0"/>
                        <a:t>4</a:t>
                      </a:r>
                    </a:p>
                  </a:txBody>
                  <a:tcPr/>
                </a:tc>
                <a:extLst>
                  <a:ext uri="{0D108BD9-81ED-4DB2-BD59-A6C34878D82A}">
                    <a16:rowId xmlns:a16="http://schemas.microsoft.com/office/drawing/2014/main" val="2503013386"/>
                  </a:ext>
                </a:extLst>
              </a:tr>
              <a:tr h="336169">
                <a:tc>
                  <a:txBody>
                    <a:bodyPr/>
                    <a:lstStyle/>
                    <a:p>
                      <a:pPr algn="ctr"/>
                      <a:r>
                        <a:rPr lang="en-IN" dirty="0"/>
                        <a:t>P2</a:t>
                      </a:r>
                    </a:p>
                  </a:txBody>
                  <a:tcPr/>
                </a:tc>
                <a:tc>
                  <a:txBody>
                    <a:bodyPr/>
                    <a:lstStyle/>
                    <a:p>
                      <a:pPr algn="ctr"/>
                      <a:r>
                        <a:rPr lang="en-IN" dirty="0"/>
                        <a:t>1</a:t>
                      </a:r>
                    </a:p>
                  </a:txBody>
                  <a:tcPr/>
                </a:tc>
                <a:tc>
                  <a:txBody>
                    <a:bodyPr/>
                    <a:lstStyle/>
                    <a:p>
                      <a:pPr algn="ctr"/>
                      <a:r>
                        <a:rPr lang="en-IN" dirty="0"/>
                        <a:t>3</a:t>
                      </a:r>
                    </a:p>
                  </a:txBody>
                  <a:tcPr/>
                </a:tc>
                <a:extLst>
                  <a:ext uri="{0D108BD9-81ED-4DB2-BD59-A6C34878D82A}">
                    <a16:rowId xmlns:a16="http://schemas.microsoft.com/office/drawing/2014/main" val="1614944677"/>
                  </a:ext>
                </a:extLst>
              </a:tr>
              <a:tr h="336169">
                <a:tc>
                  <a:txBody>
                    <a:bodyPr/>
                    <a:lstStyle/>
                    <a:p>
                      <a:pPr algn="ctr"/>
                      <a:r>
                        <a:rPr lang="en-IN" dirty="0"/>
                        <a:t>P3</a:t>
                      </a:r>
                    </a:p>
                  </a:txBody>
                  <a:tcPr/>
                </a:tc>
                <a:tc>
                  <a:txBody>
                    <a:bodyPr/>
                    <a:lstStyle/>
                    <a:p>
                      <a:pPr algn="ctr"/>
                      <a:r>
                        <a:rPr lang="en-IN" dirty="0"/>
                        <a:t>2</a:t>
                      </a:r>
                    </a:p>
                  </a:txBody>
                  <a:tcPr/>
                </a:tc>
                <a:tc>
                  <a:txBody>
                    <a:bodyPr/>
                    <a:lstStyle/>
                    <a:p>
                      <a:pPr algn="ctr"/>
                      <a:r>
                        <a:rPr lang="en-IN" dirty="0"/>
                        <a:t>1</a:t>
                      </a:r>
                    </a:p>
                  </a:txBody>
                  <a:tcPr/>
                </a:tc>
                <a:extLst>
                  <a:ext uri="{0D108BD9-81ED-4DB2-BD59-A6C34878D82A}">
                    <a16:rowId xmlns:a16="http://schemas.microsoft.com/office/drawing/2014/main" val="1338306534"/>
                  </a:ext>
                </a:extLst>
              </a:tr>
              <a:tr h="336169">
                <a:tc>
                  <a:txBody>
                    <a:bodyPr/>
                    <a:lstStyle/>
                    <a:p>
                      <a:pPr algn="ctr"/>
                      <a:r>
                        <a:rPr lang="en-IN" dirty="0"/>
                        <a:t>P4</a:t>
                      </a:r>
                    </a:p>
                  </a:txBody>
                  <a:tcPr/>
                </a:tc>
                <a:tc>
                  <a:txBody>
                    <a:bodyPr/>
                    <a:lstStyle/>
                    <a:p>
                      <a:pPr algn="ctr"/>
                      <a:r>
                        <a:rPr lang="en-IN" dirty="0"/>
                        <a:t>3</a:t>
                      </a:r>
                    </a:p>
                  </a:txBody>
                  <a:tcPr/>
                </a:tc>
                <a:tc>
                  <a:txBody>
                    <a:bodyPr/>
                    <a:lstStyle/>
                    <a:p>
                      <a:pPr algn="ctr"/>
                      <a:r>
                        <a:rPr lang="en-IN" dirty="0"/>
                        <a:t>2</a:t>
                      </a:r>
                    </a:p>
                  </a:txBody>
                  <a:tcPr/>
                </a:tc>
                <a:extLst>
                  <a:ext uri="{0D108BD9-81ED-4DB2-BD59-A6C34878D82A}">
                    <a16:rowId xmlns:a16="http://schemas.microsoft.com/office/drawing/2014/main" val="330271248"/>
                  </a:ext>
                </a:extLst>
              </a:tr>
            </a:tbl>
          </a:graphicData>
        </a:graphic>
      </p:graphicFrame>
      <p:graphicFrame>
        <p:nvGraphicFramePr>
          <p:cNvPr id="5" name="Table 4">
            <a:extLst>
              <a:ext uri="{FF2B5EF4-FFF2-40B4-BE49-F238E27FC236}">
                <a16:creationId xmlns:a16="http://schemas.microsoft.com/office/drawing/2014/main" id="{CE0DE4C9-B0DF-5EED-962F-D0EA1813AEE8}"/>
              </a:ext>
            </a:extLst>
          </p:cNvPr>
          <p:cNvGraphicFramePr>
            <a:graphicFrameLocks noGrp="1"/>
          </p:cNvGraphicFramePr>
          <p:nvPr>
            <p:extLst>
              <p:ext uri="{D42A27DB-BD31-4B8C-83A1-F6EECF244321}">
                <p14:modId xmlns:p14="http://schemas.microsoft.com/office/powerpoint/2010/main" val="735989945"/>
              </p:ext>
            </p:extLst>
          </p:nvPr>
        </p:nvGraphicFramePr>
        <p:xfrm>
          <a:off x="5429978" y="2642679"/>
          <a:ext cx="5910264" cy="369332"/>
        </p:xfrm>
        <a:graphic>
          <a:graphicData uri="http://schemas.openxmlformats.org/drawingml/2006/table">
            <a:tbl>
              <a:tblPr firstRow="1" bandRow="1">
                <a:tableStyleId>{5C22544A-7EE6-4342-B048-85BDC9FD1C3A}</a:tableStyleId>
              </a:tblPr>
              <a:tblGrid>
                <a:gridCol w="1227997">
                  <a:extLst>
                    <a:ext uri="{9D8B030D-6E8A-4147-A177-3AD203B41FA5}">
                      <a16:colId xmlns:a16="http://schemas.microsoft.com/office/drawing/2014/main" val="359925984"/>
                    </a:ext>
                  </a:extLst>
                </a:gridCol>
                <a:gridCol w="1727135">
                  <a:extLst>
                    <a:ext uri="{9D8B030D-6E8A-4147-A177-3AD203B41FA5}">
                      <a16:colId xmlns:a16="http://schemas.microsoft.com/office/drawing/2014/main" val="3936770418"/>
                    </a:ext>
                  </a:extLst>
                </a:gridCol>
                <a:gridCol w="1477566">
                  <a:extLst>
                    <a:ext uri="{9D8B030D-6E8A-4147-A177-3AD203B41FA5}">
                      <a16:colId xmlns:a16="http://schemas.microsoft.com/office/drawing/2014/main" val="1379593559"/>
                    </a:ext>
                  </a:extLst>
                </a:gridCol>
                <a:gridCol w="1477566">
                  <a:extLst>
                    <a:ext uri="{9D8B030D-6E8A-4147-A177-3AD203B41FA5}">
                      <a16:colId xmlns:a16="http://schemas.microsoft.com/office/drawing/2014/main" val="3221719389"/>
                    </a:ext>
                  </a:extLst>
                </a:gridCol>
              </a:tblGrid>
              <a:tr h="369332">
                <a:tc>
                  <a:txBody>
                    <a:bodyPr/>
                    <a:lstStyle/>
                    <a:p>
                      <a:pPr algn="ctr"/>
                      <a:r>
                        <a:rPr lang="en-IN" dirty="0"/>
                        <a:t>P1</a:t>
                      </a:r>
                    </a:p>
                  </a:txBody>
                  <a:tcPr/>
                </a:tc>
                <a:tc>
                  <a:txBody>
                    <a:bodyPr/>
                    <a:lstStyle/>
                    <a:p>
                      <a:pPr algn="ctr"/>
                      <a:r>
                        <a:rPr lang="en-IN" dirty="0"/>
                        <a:t>P2</a:t>
                      </a:r>
                    </a:p>
                  </a:txBody>
                  <a:tcPr/>
                </a:tc>
                <a:tc>
                  <a:txBody>
                    <a:bodyPr/>
                    <a:lstStyle/>
                    <a:p>
                      <a:pPr algn="ctr"/>
                      <a:r>
                        <a:rPr lang="en-IN" dirty="0"/>
                        <a:t>   P3</a:t>
                      </a:r>
                    </a:p>
                  </a:txBody>
                  <a:tcPr/>
                </a:tc>
                <a:tc>
                  <a:txBody>
                    <a:bodyPr/>
                    <a:lstStyle/>
                    <a:p>
                      <a:pPr algn="ctr"/>
                      <a:r>
                        <a:rPr lang="en-IN" dirty="0"/>
                        <a:t>P4</a:t>
                      </a:r>
                    </a:p>
                  </a:txBody>
                  <a:tcPr/>
                </a:tc>
                <a:extLst>
                  <a:ext uri="{0D108BD9-81ED-4DB2-BD59-A6C34878D82A}">
                    <a16:rowId xmlns:a16="http://schemas.microsoft.com/office/drawing/2014/main" val="2358707639"/>
                  </a:ext>
                </a:extLst>
              </a:tr>
            </a:tbl>
          </a:graphicData>
        </a:graphic>
      </p:graphicFrame>
      <p:sp>
        <p:nvSpPr>
          <p:cNvPr id="6" name="TextBox 5">
            <a:extLst>
              <a:ext uri="{FF2B5EF4-FFF2-40B4-BE49-F238E27FC236}">
                <a16:creationId xmlns:a16="http://schemas.microsoft.com/office/drawing/2014/main" id="{8F0B4536-37F2-52D8-ACDA-16C4EEE3D4F8}"/>
              </a:ext>
            </a:extLst>
          </p:cNvPr>
          <p:cNvSpPr txBox="1"/>
          <p:nvPr/>
        </p:nvSpPr>
        <p:spPr>
          <a:xfrm>
            <a:off x="6862697" y="2098579"/>
            <a:ext cx="3171825" cy="370840"/>
          </a:xfrm>
          <a:prstGeom prst="rect">
            <a:avLst/>
          </a:prstGeom>
          <a:noFill/>
        </p:spPr>
        <p:txBody>
          <a:bodyPr wrap="square" rtlCol="0">
            <a:spAutoFit/>
          </a:bodyPr>
          <a:lstStyle/>
          <a:p>
            <a:r>
              <a:rPr lang="en-IN" dirty="0"/>
              <a:t>Gantt Chart Algorithm</a:t>
            </a:r>
          </a:p>
        </p:txBody>
      </p:sp>
      <p:sp>
        <p:nvSpPr>
          <p:cNvPr id="7" name="TextBox 6">
            <a:extLst>
              <a:ext uri="{FF2B5EF4-FFF2-40B4-BE49-F238E27FC236}">
                <a16:creationId xmlns:a16="http://schemas.microsoft.com/office/drawing/2014/main" id="{BB6303FD-20CE-6620-3373-490CADAF4C5B}"/>
              </a:ext>
            </a:extLst>
          </p:cNvPr>
          <p:cNvSpPr txBox="1"/>
          <p:nvPr/>
        </p:nvSpPr>
        <p:spPr>
          <a:xfrm>
            <a:off x="5333652" y="3274140"/>
            <a:ext cx="254000" cy="370840"/>
          </a:xfrm>
          <a:prstGeom prst="rect">
            <a:avLst/>
          </a:prstGeom>
          <a:noFill/>
        </p:spPr>
        <p:txBody>
          <a:bodyPr wrap="square" rtlCol="0">
            <a:spAutoFit/>
          </a:bodyPr>
          <a:lstStyle/>
          <a:p>
            <a:r>
              <a:rPr lang="en-IN" dirty="0"/>
              <a:t>0</a:t>
            </a:r>
          </a:p>
        </p:txBody>
      </p:sp>
      <p:sp>
        <p:nvSpPr>
          <p:cNvPr id="8" name="TextBox 7">
            <a:extLst>
              <a:ext uri="{FF2B5EF4-FFF2-40B4-BE49-F238E27FC236}">
                <a16:creationId xmlns:a16="http://schemas.microsoft.com/office/drawing/2014/main" id="{55BCB335-B3EE-4A15-56BD-8B3E86A44EEB}"/>
              </a:ext>
            </a:extLst>
          </p:cNvPr>
          <p:cNvSpPr txBox="1"/>
          <p:nvPr/>
        </p:nvSpPr>
        <p:spPr>
          <a:xfrm>
            <a:off x="6508024" y="3314009"/>
            <a:ext cx="254000" cy="370840"/>
          </a:xfrm>
          <a:prstGeom prst="rect">
            <a:avLst/>
          </a:prstGeom>
          <a:noFill/>
        </p:spPr>
        <p:txBody>
          <a:bodyPr wrap="square" rtlCol="0">
            <a:spAutoFit/>
          </a:bodyPr>
          <a:lstStyle/>
          <a:p>
            <a:r>
              <a:rPr lang="en-IN" dirty="0"/>
              <a:t>4</a:t>
            </a:r>
          </a:p>
        </p:txBody>
      </p:sp>
      <p:sp>
        <p:nvSpPr>
          <p:cNvPr id="9" name="TextBox 8">
            <a:extLst>
              <a:ext uri="{FF2B5EF4-FFF2-40B4-BE49-F238E27FC236}">
                <a16:creationId xmlns:a16="http://schemas.microsoft.com/office/drawing/2014/main" id="{7859B974-9A8E-A75C-C36F-D8E39BCB11BA}"/>
              </a:ext>
            </a:extLst>
          </p:cNvPr>
          <p:cNvSpPr txBox="1"/>
          <p:nvPr/>
        </p:nvSpPr>
        <p:spPr>
          <a:xfrm>
            <a:off x="8258110" y="3315517"/>
            <a:ext cx="254000" cy="369332"/>
          </a:xfrm>
          <a:prstGeom prst="rect">
            <a:avLst/>
          </a:prstGeom>
          <a:noFill/>
        </p:spPr>
        <p:txBody>
          <a:bodyPr wrap="square" rtlCol="0">
            <a:spAutoFit/>
          </a:bodyPr>
          <a:lstStyle/>
          <a:p>
            <a:r>
              <a:rPr lang="en-IN" dirty="0"/>
              <a:t>7</a:t>
            </a:r>
          </a:p>
        </p:txBody>
      </p:sp>
      <p:sp>
        <p:nvSpPr>
          <p:cNvPr id="10" name="TextBox 9">
            <a:extLst>
              <a:ext uri="{FF2B5EF4-FFF2-40B4-BE49-F238E27FC236}">
                <a16:creationId xmlns:a16="http://schemas.microsoft.com/office/drawing/2014/main" id="{B319201E-3168-E060-51C5-4A764B432BB2}"/>
              </a:ext>
            </a:extLst>
          </p:cNvPr>
          <p:cNvSpPr txBox="1"/>
          <p:nvPr/>
        </p:nvSpPr>
        <p:spPr>
          <a:xfrm>
            <a:off x="9742468" y="3304914"/>
            <a:ext cx="254000" cy="369332"/>
          </a:xfrm>
          <a:prstGeom prst="rect">
            <a:avLst/>
          </a:prstGeom>
          <a:noFill/>
        </p:spPr>
        <p:txBody>
          <a:bodyPr wrap="square" rtlCol="0">
            <a:spAutoFit/>
          </a:bodyPr>
          <a:lstStyle/>
          <a:p>
            <a:r>
              <a:rPr lang="en-IN" dirty="0"/>
              <a:t>8</a:t>
            </a:r>
          </a:p>
        </p:txBody>
      </p:sp>
      <p:sp>
        <p:nvSpPr>
          <p:cNvPr id="11" name="TextBox 10">
            <a:extLst>
              <a:ext uri="{FF2B5EF4-FFF2-40B4-BE49-F238E27FC236}">
                <a16:creationId xmlns:a16="http://schemas.microsoft.com/office/drawing/2014/main" id="{BEDE8EC7-62AA-46CE-A241-3034568742EF}"/>
              </a:ext>
            </a:extLst>
          </p:cNvPr>
          <p:cNvSpPr txBox="1"/>
          <p:nvPr/>
        </p:nvSpPr>
        <p:spPr>
          <a:xfrm>
            <a:off x="10980280" y="3304914"/>
            <a:ext cx="493092" cy="369332"/>
          </a:xfrm>
          <a:prstGeom prst="rect">
            <a:avLst/>
          </a:prstGeom>
          <a:noFill/>
        </p:spPr>
        <p:txBody>
          <a:bodyPr wrap="square" rtlCol="0">
            <a:spAutoFit/>
          </a:bodyPr>
          <a:lstStyle/>
          <a:p>
            <a:r>
              <a:rPr lang="en-IN" dirty="0"/>
              <a:t>10</a:t>
            </a:r>
          </a:p>
        </p:txBody>
      </p:sp>
      <p:sp>
        <p:nvSpPr>
          <p:cNvPr id="13" name="TextBox 12">
            <a:extLst>
              <a:ext uri="{FF2B5EF4-FFF2-40B4-BE49-F238E27FC236}">
                <a16:creationId xmlns:a16="http://schemas.microsoft.com/office/drawing/2014/main" id="{E0E76B6D-31D0-B558-888B-36E5351435E9}"/>
              </a:ext>
            </a:extLst>
          </p:cNvPr>
          <p:cNvSpPr txBox="1"/>
          <p:nvPr/>
        </p:nvSpPr>
        <p:spPr>
          <a:xfrm>
            <a:off x="1069847" y="4357688"/>
            <a:ext cx="4845178" cy="1754326"/>
          </a:xfrm>
          <a:prstGeom prst="rect">
            <a:avLst/>
          </a:prstGeom>
          <a:noFill/>
        </p:spPr>
        <p:txBody>
          <a:bodyPr wrap="square" rtlCol="0">
            <a:spAutoFit/>
          </a:bodyPr>
          <a:lstStyle/>
          <a:p>
            <a:r>
              <a:rPr lang="nn-NO" b="1" i="0" dirty="0">
                <a:solidFill>
                  <a:srgbClr val="273239"/>
                </a:solidFill>
                <a:effectLst/>
                <a:latin typeface="Nunito" pitchFamily="2" charset="0"/>
              </a:rPr>
              <a:t>P1 </a:t>
            </a:r>
            <a:r>
              <a:rPr lang="nn-NO" b="0" i="0" dirty="0">
                <a:solidFill>
                  <a:srgbClr val="273239"/>
                </a:solidFill>
                <a:effectLst/>
                <a:latin typeface="Nunito" pitchFamily="2" charset="0"/>
              </a:rPr>
              <a:t>= 0 – 0 = 0</a:t>
            </a:r>
            <a:br>
              <a:rPr lang="nn-NO" dirty="0"/>
            </a:br>
            <a:r>
              <a:rPr lang="nn-NO" b="1" i="0" dirty="0">
                <a:solidFill>
                  <a:srgbClr val="273239"/>
                </a:solidFill>
                <a:effectLst/>
                <a:latin typeface="Nunito" pitchFamily="2" charset="0"/>
              </a:rPr>
              <a:t>P2 </a:t>
            </a:r>
            <a:r>
              <a:rPr lang="nn-NO" b="0" i="0" dirty="0">
                <a:solidFill>
                  <a:srgbClr val="273239"/>
                </a:solidFill>
                <a:effectLst/>
                <a:latin typeface="Nunito" pitchFamily="2" charset="0"/>
              </a:rPr>
              <a:t>= 4 – 1 = 3</a:t>
            </a:r>
            <a:br>
              <a:rPr lang="nn-NO" dirty="0"/>
            </a:br>
            <a:r>
              <a:rPr lang="nn-NO" b="1" i="0" dirty="0">
                <a:solidFill>
                  <a:srgbClr val="273239"/>
                </a:solidFill>
                <a:effectLst/>
                <a:latin typeface="Nunito" pitchFamily="2" charset="0"/>
              </a:rPr>
              <a:t>P3 </a:t>
            </a:r>
            <a:r>
              <a:rPr lang="nn-NO" b="0" i="0" dirty="0">
                <a:solidFill>
                  <a:srgbClr val="273239"/>
                </a:solidFill>
                <a:effectLst/>
                <a:latin typeface="Nunito" pitchFamily="2" charset="0"/>
              </a:rPr>
              <a:t>= 7 – 2 = 5</a:t>
            </a:r>
            <a:br>
              <a:rPr lang="nn-NO" dirty="0"/>
            </a:br>
            <a:r>
              <a:rPr lang="nn-NO" b="1" i="0" dirty="0">
                <a:solidFill>
                  <a:srgbClr val="273239"/>
                </a:solidFill>
                <a:effectLst/>
                <a:latin typeface="Nunito" pitchFamily="2" charset="0"/>
              </a:rPr>
              <a:t>P4 </a:t>
            </a:r>
            <a:r>
              <a:rPr lang="nn-NO" b="0" i="0" dirty="0">
                <a:solidFill>
                  <a:srgbClr val="273239"/>
                </a:solidFill>
                <a:effectLst/>
                <a:latin typeface="Nunito" pitchFamily="2" charset="0"/>
              </a:rPr>
              <a:t>= 8 – 3 = 5</a:t>
            </a:r>
            <a:br>
              <a:rPr lang="nn-NO" dirty="0"/>
            </a:br>
            <a:endParaRPr lang="nn-NO" dirty="0"/>
          </a:p>
          <a:p>
            <a:r>
              <a:rPr lang="nn-NO" dirty="0"/>
              <a:t>Average Waiting time= (0+3+5+5)/4= 3.25</a:t>
            </a:r>
            <a:endParaRPr lang="en-IN" dirty="0"/>
          </a:p>
        </p:txBody>
      </p:sp>
    </p:spTree>
    <p:extLst>
      <p:ext uri="{BB962C8B-B14F-4D97-AF65-F5344CB8AC3E}">
        <p14:creationId xmlns:p14="http://schemas.microsoft.com/office/powerpoint/2010/main" val="18567480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B7855-9DC5-EC38-2AAA-17B529CB95D3}"/>
              </a:ext>
            </a:extLst>
          </p:cNvPr>
          <p:cNvSpPr>
            <a:spLocks noGrp="1"/>
          </p:cNvSpPr>
          <p:nvPr>
            <p:ph type="title"/>
          </p:nvPr>
        </p:nvSpPr>
        <p:spPr>
          <a:xfrm>
            <a:off x="1069848" y="484632"/>
            <a:ext cx="10058400" cy="486918"/>
          </a:xfrm>
        </p:spPr>
        <p:txBody>
          <a:bodyPr>
            <a:normAutofit fontScale="90000"/>
          </a:bodyPr>
          <a:lstStyle/>
          <a:p>
            <a:r>
              <a:rPr lang="en-IN" dirty="0"/>
              <a:t>CPU SCHEDULING </a:t>
            </a:r>
          </a:p>
        </p:txBody>
      </p:sp>
      <p:sp>
        <p:nvSpPr>
          <p:cNvPr id="3" name="Content Placeholder 2">
            <a:extLst>
              <a:ext uri="{FF2B5EF4-FFF2-40B4-BE49-F238E27FC236}">
                <a16:creationId xmlns:a16="http://schemas.microsoft.com/office/drawing/2014/main" id="{EF43EF45-3060-CFBC-A9C4-3040D3EF1979}"/>
              </a:ext>
            </a:extLst>
          </p:cNvPr>
          <p:cNvSpPr>
            <a:spLocks noGrp="1"/>
          </p:cNvSpPr>
          <p:nvPr>
            <p:ph idx="1"/>
          </p:nvPr>
        </p:nvSpPr>
        <p:spPr>
          <a:xfrm>
            <a:off x="1069848" y="1114425"/>
            <a:ext cx="10058400" cy="5429251"/>
          </a:xfrm>
        </p:spPr>
        <p:txBody>
          <a:bodyPr>
            <a:normAutofit/>
          </a:bodyPr>
          <a:lstStyle/>
          <a:p>
            <a:pPr marL="0" indent="0">
              <a:buNone/>
            </a:pPr>
            <a:r>
              <a:rPr lang="en-IN" b="1" i="0" dirty="0">
                <a:solidFill>
                  <a:srgbClr val="273239"/>
                </a:solidFill>
                <a:effectLst/>
                <a:latin typeface="Nunito" pitchFamily="2" charset="0"/>
              </a:rPr>
              <a:t>Shortest Job First (SJF) [Non </a:t>
            </a:r>
            <a:r>
              <a:rPr lang="en-IN" b="1" dirty="0">
                <a:solidFill>
                  <a:srgbClr val="273239"/>
                </a:solidFill>
                <a:latin typeface="Nunito" pitchFamily="2" charset="0"/>
              </a:rPr>
              <a:t>P</a:t>
            </a:r>
            <a:r>
              <a:rPr lang="en-IN" b="1" i="0" dirty="0">
                <a:solidFill>
                  <a:srgbClr val="273239"/>
                </a:solidFill>
                <a:effectLst/>
                <a:latin typeface="Nunito" pitchFamily="2" charset="0"/>
              </a:rPr>
              <a:t>reemptive]</a:t>
            </a:r>
          </a:p>
          <a:p>
            <a:pPr marL="0" indent="0">
              <a:buNone/>
            </a:pPr>
            <a:endParaRPr lang="en-IN" b="1" i="0" dirty="0">
              <a:solidFill>
                <a:srgbClr val="273239"/>
              </a:solidFill>
              <a:effectLst/>
              <a:latin typeface="Nunito" pitchFamily="2" charset="0"/>
            </a:endParaRPr>
          </a:p>
          <a:p>
            <a:pPr marL="0" indent="0">
              <a:buNone/>
            </a:pPr>
            <a:r>
              <a:rPr lang="en-US" b="1" i="0" dirty="0">
                <a:solidFill>
                  <a:srgbClr val="273239"/>
                </a:solidFill>
                <a:effectLst/>
                <a:latin typeface="Nunito" pitchFamily="2" charset="0"/>
              </a:rPr>
              <a:t>Shortest job first (SJF)</a:t>
            </a:r>
            <a:r>
              <a:rPr lang="en-US" b="0" i="0" dirty="0">
                <a:solidFill>
                  <a:srgbClr val="273239"/>
                </a:solidFill>
                <a:effectLst/>
                <a:latin typeface="Nunito" pitchFamily="2" charset="0"/>
              </a:rPr>
              <a:t> is a scheduling process that selects the waiting process with the smallest execution time to execute next. </a:t>
            </a:r>
            <a:endParaRPr lang="en-IN" b="1" dirty="0">
              <a:solidFill>
                <a:srgbClr val="273239"/>
              </a:solidFill>
              <a:latin typeface="Nunito" pitchFamily="2" charset="0"/>
            </a:endParaRPr>
          </a:p>
          <a:p>
            <a:pPr marL="0" indent="0">
              <a:buNone/>
            </a:pPr>
            <a:endParaRPr lang="en-IN" b="1" i="0" dirty="0">
              <a:solidFill>
                <a:srgbClr val="273239"/>
              </a:solidFill>
              <a:effectLst/>
              <a:latin typeface="Nunito" pitchFamily="2" charset="0"/>
            </a:endParaRPr>
          </a:p>
          <a:p>
            <a:pPr marL="0" indent="0" algn="l" fontAlgn="base">
              <a:buNone/>
            </a:pPr>
            <a:r>
              <a:rPr lang="en-US" b="1" i="0" dirty="0">
                <a:solidFill>
                  <a:srgbClr val="273239"/>
                </a:solidFill>
                <a:effectLst/>
                <a:latin typeface="Nunito" pitchFamily="2" charset="0"/>
              </a:rPr>
              <a:t>Advantages of Shortest Job first:</a:t>
            </a:r>
            <a:endParaRPr lang="en-US" b="0" i="0" dirty="0">
              <a:solidFill>
                <a:srgbClr val="273239"/>
              </a:solidFill>
              <a:effectLst/>
              <a:latin typeface="Nunito" pitchFamily="2" charset="0"/>
            </a:endParaRPr>
          </a:p>
          <a:p>
            <a:pPr algn="l" fontAlgn="base">
              <a:buFont typeface="Arial" panose="020B0604020202020204" pitchFamily="34" charset="0"/>
              <a:buChar char="•"/>
            </a:pPr>
            <a:r>
              <a:rPr lang="en-US" b="0" i="0" dirty="0">
                <a:solidFill>
                  <a:srgbClr val="273239"/>
                </a:solidFill>
                <a:effectLst/>
                <a:latin typeface="Nunito" pitchFamily="2" charset="0"/>
              </a:rPr>
              <a:t>As SJF reduces the average waiting time thus, it is better than the first come first serve scheduling algorithm.</a:t>
            </a:r>
          </a:p>
          <a:p>
            <a:pPr marL="0" indent="0">
              <a:buNone/>
            </a:pPr>
            <a:endParaRPr lang="en-IN" dirty="0"/>
          </a:p>
          <a:p>
            <a:pPr marL="0" indent="0" algn="l" fontAlgn="base">
              <a:buNone/>
            </a:pPr>
            <a:r>
              <a:rPr lang="en-US" b="1" i="0" dirty="0">
                <a:solidFill>
                  <a:srgbClr val="273239"/>
                </a:solidFill>
                <a:effectLst/>
                <a:latin typeface="Nunito" pitchFamily="2" charset="0"/>
              </a:rPr>
              <a:t>Disadvantages of SJF:</a:t>
            </a:r>
            <a:endParaRPr lang="en-US" b="0" i="0" dirty="0">
              <a:solidFill>
                <a:srgbClr val="273239"/>
              </a:solidFill>
              <a:effectLst/>
              <a:latin typeface="Nunito" pitchFamily="2" charset="0"/>
            </a:endParaRPr>
          </a:p>
          <a:p>
            <a:pPr algn="l" fontAlgn="base">
              <a:buFont typeface="Arial" panose="020B0604020202020204" pitchFamily="34" charset="0"/>
              <a:buChar char="•"/>
            </a:pPr>
            <a:r>
              <a:rPr lang="en-US" b="0" i="0" dirty="0">
                <a:solidFill>
                  <a:srgbClr val="273239"/>
                </a:solidFill>
                <a:effectLst/>
                <a:latin typeface="Nunito" pitchFamily="2" charset="0"/>
              </a:rPr>
              <a:t>One of the demerit SJF has is starvation.</a:t>
            </a:r>
          </a:p>
          <a:p>
            <a:pPr marL="0" indent="0">
              <a:buNone/>
            </a:pPr>
            <a:endParaRPr lang="en-IN" dirty="0"/>
          </a:p>
        </p:txBody>
      </p:sp>
    </p:spTree>
    <p:extLst>
      <p:ext uri="{BB962C8B-B14F-4D97-AF65-F5344CB8AC3E}">
        <p14:creationId xmlns:p14="http://schemas.microsoft.com/office/powerpoint/2010/main" val="23982621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B7855-9DC5-EC38-2AAA-17B529CB95D3}"/>
              </a:ext>
            </a:extLst>
          </p:cNvPr>
          <p:cNvSpPr>
            <a:spLocks noGrp="1"/>
          </p:cNvSpPr>
          <p:nvPr>
            <p:ph type="title"/>
          </p:nvPr>
        </p:nvSpPr>
        <p:spPr>
          <a:xfrm>
            <a:off x="1069848" y="484632"/>
            <a:ext cx="10058400" cy="486918"/>
          </a:xfrm>
        </p:spPr>
        <p:txBody>
          <a:bodyPr>
            <a:normAutofit fontScale="90000"/>
          </a:bodyPr>
          <a:lstStyle/>
          <a:p>
            <a:r>
              <a:rPr lang="en-IN" dirty="0"/>
              <a:t>CPU SCHEDULING </a:t>
            </a:r>
          </a:p>
        </p:txBody>
      </p:sp>
      <p:sp>
        <p:nvSpPr>
          <p:cNvPr id="3" name="Content Placeholder 2">
            <a:extLst>
              <a:ext uri="{FF2B5EF4-FFF2-40B4-BE49-F238E27FC236}">
                <a16:creationId xmlns:a16="http://schemas.microsoft.com/office/drawing/2014/main" id="{EF43EF45-3060-CFBC-A9C4-3040D3EF1979}"/>
              </a:ext>
            </a:extLst>
          </p:cNvPr>
          <p:cNvSpPr>
            <a:spLocks noGrp="1"/>
          </p:cNvSpPr>
          <p:nvPr>
            <p:ph idx="1"/>
          </p:nvPr>
        </p:nvSpPr>
        <p:spPr>
          <a:xfrm>
            <a:off x="1069848" y="1114425"/>
            <a:ext cx="10058400" cy="5429251"/>
          </a:xfrm>
        </p:spPr>
        <p:txBody>
          <a:bodyPr>
            <a:normAutofit/>
          </a:bodyPr>
          <a:lstStyle/>
          <a:p>
            <a:pPr marL="0" indent="0">
              <a:buNone/>
            </a:pPr>
            <a:r>
              <a:rPr lang="en-IN" b="1" i="0" dirty="0">
                <a:solidFill>
                  <a:srgbClr val="273239"/>
                </a:solidFill>
                <a:effectLst/>
                <a:latin typeface="Nunito" pitchFamily="2" charset="0"/>
              </a:rPr>
              <a:t>Example: Shortest Job First (SJF) [Non </a:t>
            </a:r>
            <a:r>
              <a:rPr lang="en-IN" b="1" dirty="0">
                <a:solidFill>
                  <a:srgbClr val="273239"/>
                </a:solidFill>
                <a:latin typeface="Nunito" pitchFamily="2" charset="0"/>
              </a:rPr>
              <a:t>P</a:t>
            </a:r>
            <a:r>
              <a:rPr lang="en-IN" b="1" i="0" dirty="0">
                <a:solidFill>
                  <a:srgbClr val="273239"/>
                </a:solidFill>
                <a:effectLst/>
                <a:latin typeface="Nunito" pitchFamily="2" charset="0"/>
              </a:rPr>
              <a:t>reemptive]</a:t>
            </a:r>
          </a:p>
          <a:p>
            <a:pPr marL="0" indent="0">
              <a:buNone/>
            </a:pPr>
            <a:endParaRPr lang="en-IN" dirty="0"/>
          </a:p>
          <a:p>
            <a:pPr marL="0" indent="0">
              <a:buNone/>
            </a:pPr>
            <a:endParaRPr lang="en-IN" b="1" i="0" dirty="0">
              <a:solidFill>
                <a:srgbClr val="273239"/>
              </a:solidFill>
              <a:effectLst/>
              <a:latin typeface="Nunito" pitchFamily="2" charset="0"/>
            </a:endParaRPr>
          </a:p>
          <a:p>
            <a:pPr marL="0" indent="0">
              <a:buNone/>
            </a:pPr>
            <a:endParaRPr lang="en-IN" dirty="0"/>
          </a:p>
        </p:txBody>
      </p:sp>
      <p:graphicFrame>
        <p:nvGraphicFramePr>
          <p:cNvPr id="4" name="Table 3">
            <a:extLst>
              <a:ext uri="{FF2B5EF4-FFF2-40B4-BE49-F238E27FC236}">
                <a16:creationId xmlns:a16="http://schemas.microsoft.com/office/drawing/2014/main" id="{B209BABF-1ECE-7DA8-1D73-C1B9D394B068}"/>
              </a:ext>
            </a:extLst>
          </p:cNvPr>
          <p:cNvGraphicFramePr>
            <a:graphicFrameLocks noGrp="1"/>
          </p:cNvGraphicFramePr>
          <p:nvPr>
            <p:extLst>
              <p:ext uri="{D42A27DB-BD31-4B8C-83A1-F6EECF244321}">
                <p14:modId xmlns:p14="http://schemas.microsoft.com/office/powerpoint/2010/main" val="994353472"/>
              </p:ext>
            </p:extLst>
          </p:nvPr>
        </p:nvGraphicFramePr>
        <p:xfrm>
          <a:off x="1063752" y="1834091"/>
          <a:ext cx="10666284" cy="2910840"/>
        </p:xfrm>
        <a:graphic>
          <a:graphicData uri="http://schemas.openxmlformats.org/drawingml/2006/table">
            <a:tbl>
              <a:tblPr firstRow="1" bandRow="1">
                <a:tableStyleId>{5C22544A-7EE6-4342-B048-85BDC9FD1C3A}</a:tableStyleId>
              </a:tblPr>
              <a:tblGrid>
                <a:gridCol w="1777714">
                  <a:extLst>
                    <a:ext uri="{9D8B030D-6E8A-4147-A177-3AD203B41FA5}">
                      <a16:colId xmlns:a16="http://schemas.microsoft.com/office/drawing/2014/main" val="3550931712"/>
                    </a:ext>
                  </a:extLst>
                </a:gridCol>
                <a:gridCol w="1777714">
                  <a:extLst>
                    <a:ext uri="{9D8B030D-6E8A-4147-A177-3AD203B41FA5}">
                      <a16:colId xmlns:a16="http://schemas.microsoft.com/office/drawing/2014/main" val="1793468430"/>
                    </a:ext>
                  </a:extLst>
                </a:gridCol>
                <a:gridCol w="1777714">
                  <a:extLst>
                    <a:ext uri="{9D8B030D-6E8A-4147-A177-3AD203B41FA5}">
                      <a16:colId xmlns:a16="http://schemas.microsoft.com/office/drawing/2014/main" val="3850489791"/>
                    </a:ext>
                  </a:extLst>
                </a:gridCol>
                <a:gridCol w="1777714">
                  <a:extLst>
                    <a:ext uri="{9D8B030D-6E8A-4147-A177-3AD203B41FA5}">
                      <a16:colId xmlns:a16="http://schemas.microsoft.com/office/drawing/2014/main" val="2071168710"/>
                    </a:ext>
                  </a:extLst>
                </a:gridCol>
                <a:gridCol w="1777714">
                  <a:extLst>
                    <a:ext uri="{9D8B030D-6E8A-4147-A177-3AD203B41FA5}">
                      <a16:colId xmlns:a16="http://schemas.microsoft.com/office/drawing/2014/main" val="2239233191"/>
                    </a:ext>
                  </a:extLst>
                </a:gridCol>
                <a:gridCol w="1777714">
                  <a:extLst>
                    <a:ext uri="{9D8B030D-6E8A-4147-A177-3AD203B41FA5}">
                      <a16:colId xmlns:a16="http://schemas.microsoft.com/office/drawing/2014/main" val="2018196842"/>
                    </a:ext>
                  </a:extLst>
                </a:gridCol>
              </a:tblGrid>
              <a:tr h="370840">
                <a:tc>
                  <a:txBody>
                    <a:bodyPr/>
                    <a:lstStyle/>
                    <a:p>
                      <a:pPr algn="ctr" fontAlgn="t"/>
                      <a:r>
                        <a:rPr lang="en-IN" dirty="0">
                          <a:solidFill>
                            <a:srgbClr val="000000"/>
                          </a:solidFill>
                          <a:effectLst/>
                          <a:latin typeface="times new roman" panose="02020603050405020304" pitchFamily="18" charset="0"/>
                        </a:rPr>
                        <a:t>PID</a:t>
                      </a:r>
                    </a:p>
                  </a:txBody>
                  <a:tcPr marL="114300" marR="114300" marT="114300" marB="114300"/>
                </a:tc>
                <a:tc>
                  <a:txBody>
                    <a:bodyPr/>
                    <a:lstStyle/>
                    <a:p>
                      <a:pPr algn="ctr" fontAlgn="t"/>
                      <a:r>
                        <a:rPr lang="en-IN">
                          <a:solidFill>
                            <a:srgbClr val="000000"/>
                          </a:solidFill>
                          <a:effectLst/>
                          <a:latin typeface="times new roman" panose="02020603050405020304" pitchFamily="18" charset="0"/>
                        </a:rPr>
                        <a:t>Arrival Time</a:t>
                      </a:r>
                    </a:p>
                  </a:txBody>
                  <a:tcPr marL="114300" marR="114300" marT="114300" marB="114300"/>
                </a:tc>
                <a:tc>
                  <a:txBody>
                    <a:bodyPr/>
                    <a:lstStyle/>
                    <a:p>
                      <a:pPr algn="ctr" fontAlgn="t"/>
                      <a:r>
                        <a:rPr lang="en-IN">
                          <a:solidFill>
                            <a:srgbClr val="000000"/>
                          </a:solidFill>
                          <a:effectLst/>
                          <a:latin typeface="times new roman" panose="02020603050405020304" pitchFamily="18" charset="0"/>
                        </a:rPr>
                        <a:t>Burst Time</a:t>
                      </a:r>
                    </a:p>
                  </a:txBody>
                  <a:tcPr marL="114300" marR="114300" marT="114300" marB="114300"/>
                </a:tc>
                <a:tc>
                  <a:txBody>
                    <a:bodyPr/>
                    <a:lstStyle/>
                    <a:p>
                      <a:pPr algn="ctr" fontAlgn="t"/>
                      <a:r>
                        <a:rPr lang="en-IN">
                          <a:solidFill>
                            <a:srgbClr val="000000"/>
                          </a:solidFill>
                          <a:effectLst/>
                          <a:latin typeface="times new roman" panose="02020603050405020304" pitchFamily="18" charset="0"/>
                        </a:rPr>
                        <a:t>Completion Time</a:t>
                      </a:r>
                    </a:p>
                  </a:txBody>
                  <a:tcPr marL="114300" marR="114300" marT="114300" marB="114300"/>
                </a:tc>
                <a:tc>
                  <a:txBody>
                    <a:bodyPr/>
                    <a:lstStyle/>
                    <a:p>
                      <a:pPr algn="ctr" fontAlgn="t"/>
                      <a:r>
                        <a:rPr lang="en-IN">
                          <a:solidFill>
                            <a:srgbClr val="000000"/>
                          </a:solidFill>
                          <a:effectLst/>
                          <a:latin typeface="times new roman" panose="02020603050405020304" pitchFamily="18" charset="0"/>
                        </a:rPr>
                        <a:t>Turn Around Time</a:t>
                      </a:r>
                    </a:p>
                  </a:txBody>
                  <a:tcPr marL="114300" marR="114300" marT="114300" marB="114300"/>
                </a:tc>
                <a:tc>
                  <a:txBody>
                    <a:bodyPr/>
                    <a:lstStyle/>
                    <a:p>
                      <a:pPr algn="ctr" fontAlgn="t"/>
                      <a:r>
                        <a:rPr lang="en-IN">
                          <a:solidFill>
                            <a:srgbClr val="000000"/>
                          </a:solidFill>
                          <a:effectLst/>
                          <a:latin typeface="times new roman" panose="02020603050405020304" pitchFamily="18" charset="0"/>
                        </a:rPr>
                        <a:t>Waiting Time</a:t>
                      </a:r>
                    </a:p>
                  </a:txBody>
                  <a:tcPr marL="114300" marR="114300" marT="114300" marB="114300"/>
                </a:tc>
                <a:extLst>
                  <a:ext uri="{0D108BD9-81ED-4DB2-BD59-A6C34878D82A}">
                    <a16:rowId xmlns:a16="http://schemas.microsoft.com/office/drawing/2014/main" val="3339525736"/>
                  </a:ext>
                </a:extLst>
              </a:tr>
              <a:tr h="370840">
                <a:tc>
                  <a:txBody>
                    <a:bodyPr/>
                    <a:lstStyle/>
                    <a:p>
                      <a:pPr algn="ctr" fontAlgn="t"/>
                      <a:r>
                        <a:rPr lang="en-IN">
                          <a:solidFill>
                            <a:srgbClr val="333333"/>
                          </a:solidFill>
                          <a:effectLst/>
                          <a:latin typeface="inter-regular"/>
                        </a:rPr>
                        <a:t>1</a:t>
                      </a:r>
                    </a:p>
                  </a:txBody>
                  <a:tcPr marL="76200" marR="76200" marT="76200" marB="76200"/>
                </a:tc>
                <a:tc>
                  <a:txBody>
                    <a:bodyPr/>
                    <a:lstStyle/>
                    <a:p>
                      <a:pPr algn="ctr" fontAlgn="t"/>
                      <a:r>
                        <a:rPr lang="en-IN">
                          <a:solidFill>
                            <a:srgbClr val="333333"/>
                          </a:solidFill>
                          <a:effectLst/>
                          <a:latin typeface="inter-regular"/>
                        </a:rPr>
                        <a:t>1</a:t>
                      </a:r>
                    </a:p>
                  </a:txBody>
                  <a:tcPr marL="76200" marR="76200" marT="76200" marB="76200"/>
                </a:tc>
                <a:tc>
                  <a:txBody>
                    <a:bodyPr/>
                    <a:lstStyle/>
                    <a:p>
                      <a:pPr algn="ctr" fontAlgn="t"/>
                      <a:r>
                        <a:rPr lang="en-IN">
                          <a:solidFill>
                            <a:srgbClr val="333333"/>
                          </a:solidFill>
                          <a:effectLst/>
                          <a:latin typeface="inter-regular"/>
                        </a:rPr>
                        <a:t>7</a:t>
                      </a:r>
                    </a:p>
                  </a:txBody>
                  <a:tcPr marL="76200" marR="76200" marT="76200" marB="76200"/>
                </a:tc>
                <a:tc>
                  <a:txBody>
                    <a:bodyPr/>
                    <a:lstStyle/>
                    <a:p>
                      <a:pPr algn="ctr" fontAlgn="t"/>
                      <a:r>
                        <a:rPr lang="en-IN">
                          <a:solidFill>
                            <a:srgbClr val="333333"/>
                          </a:solidFill>
                          <a:effectLst/>
                          <a:latin typeface="inter-regular"/>
                        </a:rPr>
                        <a:t>8</a:t>
                      </a:r>
                    </a:p>
                  </a:txBody>
                  <a:tcPr marL="76200" marR="76200" marT="76200" marB="76200"/>
                </a:tc>
                <a:tc>
                  <a:txBody>
                    <a:bodyPr/>
                    <a:lstStyle/>
                    <a:p>
                      <a:pPr algn="ctr" fontAlgn="t"/>
                      <a:r>
                        <a:rPr lang="en-IN">
                          <a:solidFill>
                            <a:srgbClr val="333333"/>
                          </a:solidFill>
                          <a:effectLst/>
                          <a:latin typeface="inter-regular"/>
                        </a:rPr>
                        <a:t>7</a:t>
                      </a:r>
                    </a:p>
                  </a:txBody>
                  <a:tcPr marL="76200" marR="76200" marT="76200" marB="76200"/>
                </a:tc>
                <a:tc>
                  <a:txBody>
                    <a:bodyPr/>
                    <a:lstStyle/>
                    <a:p>
                      <a:pPr algn="ctr" fontAlgn="t"/>
                      <a:r>
                        <a:rPr lang="en-IN">
                          <a:solidFill>
                            <a:srgbClr val="333333"/>
                          </a:solidFill>
                          <a:effectLst/>
                          <a:latin typeface="inter-regular"/>
                        </a:rPr>
                        <a:t>0</a:t>
                      </a:r>
                    </a:p>
                  </a:txBody>
                  <a:tcPr marL="76200" marR="76200" marT="76200" marB="76200"/>
                </a:tc>
                <a:extLst>
                  <a:ext uri="{0D108BD9-81ED-4DB2-BD59-A6C34878D82A}">
                    <a16:rowId xmlns:a16="http://schemas.microsoft.com/office/drawing/2014/main" val="2126046568"/>
                  </a:ext>
                </a:extLst>
              </a:tr>
              <a:tr h="370840">
                <a:tc>
                  <a:txBody>
                    <a:bodyPr/>
                    <a:lstStyle/>
                    <a:p>
                      <a:pPr algn="ctr" fontAlgn="t"/>
                      <a:r>
                        <a:rPr lang="en-IN">
                          <a:solidFill>
                            <a:srgbClr val="333333"/>
                          </a:solidFill>
                          <a:effectLst/>
                          <a:latin typeface="inter-regular"/>
                        </a:rPr>
                        <a:t>2</a:t>
                      </a:r>
                    </a:p>
                  </a:txBody>
                  <a:tcPr marL="76200" marR="76200" marT="76200" marB="76200"/>
                </a:tc>
                <a:tc>
                  <a:txBody>
                    <a:bodyPr/>
                    <a:lstStyle/>
                    <a:p>
                      <a:pPr algn="ctr" fontAlgn="t"/>
                      <a:r>
                        <a:rPr lang="en-IN">
                          <a:solidFill>
                            <a:srgbClr val="333333"/>
                          </a:solidFill>
                          <a:effectLst/>
                          <a:latin typeface="inter-regular"/>
                        </a:rPr>
                        <a:t>3</a:t>
                      </a:r>
                    </a:p>
                  </a:txBody>
                  <a:tcPr marL="76200" marR="76200" marT="76200" marB="76200"/>
                </a:tc>
                <a:tc>
                  <a:txBody>
                    <a:bodyPr/>
                    <a:lstStyle/>
                    <a:p>
                      <a:pPr algn="ctr" fontAlgn="t"/>
                      <a:r>
                        <a:rPr lang="en-IN">
                          <a:solidFill>
                            <a:srgbClr val="333333"/>
                          </a:solidFill>
                          <a:effectLst/>
                          <a:latin typeface="inter-regular"/>
                        </a:rPr>
                        <a:t>3</a:t>
                      </a:r>
                    </a:p>
                  </a:txBody>
                  <a:tcPr marL="76200" marR="76200" marT="76200" marB="76200"/>
                </a:tc>
                <a:tc>
                  <a:txBody>
                    <a:bodyPr/>
                    <a:lstStyle/>
                    <a:p>
                      <a:pPr algn="ctr" fontAlgn="t"/>
                      <a:r>
                        <a:rPr lang="en-IN">
                          <a:solidFill>
                            <a:srgbClr val="333333"/>
                          </a:solidFill>
                          <a:effectLst/>
                          <a:latin typeface="inter-regular"/>
                        </a:rPr>
                        <a:t>13</a:t>
                      </a:r>
                    </a:p>
                  </a:txBody>
                  <a:tcPr marL="76200" marR="76200" marT="76200" marB="76200"/>
                </a:tc>
                <a:tc>
                  <a:txBody>
                    <a:bodyPr/>
                    <a:lstStyle/>
                    <a:p>
                      <a:pPr algn="ctr" fontAlgn="t"/>
                      <a:r>
                        <a:rPr lang="en-IN">
                          <a:solidFill>
                            <a:srgbClr val="333333"/>
                          </a:solidFill>
                          <a:effectLst/>
                          <a:latin typeface="inter-regular"/>
                        </a:rPr>
                        <a:t>10</a:t>
                      </a:r>
                    </a:p>
                  </a:txBody>
                  <a:tcPr marL="76200" marR="76200" marT="76200" marB="76200"/>
                </a:tc>
                <a:tc>
                  <a:txBody>
                    <a:bodyPr/>
                    <a:lstStyle/>
                    <a:p>
                      <a:pPr algn="ctr" fontAlgn="t"/>
                      <a:r>
                        <a:rPr lang="en-IN">
                          <a:solidFill>
                            <a:srgbClr val="333333"/>
                          </a:solidFill>
                          <a:effectLst/>
                          <a:latin typeface="inter-regular"/>
                        </a:rPr>
                        <a:t>7</a:t>
                      </a:r>
                    </a:p>
                  </a:txBody>
                  <a:tcPr marL="76200" marR="76200" marT="76200" marB="76200"/>
                </a:tc>
                <a:extLst>
                  <a:ext uri="{0D108BD9-81ED-4DB2-BD59-A6C34878D82A}">
                    <a16:rowId xmlns:a16="http://schemas.microsoft.com/office/drawing/2014/main" val="3067856317"/>
                  </a:ext>
                </a:extLst>
              </a:tr>
              <a:tr h="370840">
                <a:tc>
                  <a:txBody>
                    <a:bodyPr/>
                    <a:lstStyle/>
                    <a:p>
                      <a:pPr algn="ctr" fontAlgn="t"/>
                      <a:r>
                        <a:rPr lang="en-IN">
                          <a:solidFill>
                            <a:srgbClr val="333333"/>
                          </a:solidFill>
                          <a:effectLst/>
                          <a:latin typeface="inter-regular"/>
                        </a:rPr>
                        <a:t>3</a:t>
                      </a:r>
                    </a:p>
                  </a:txBody>
                  <a:tcPr marL="76200" marR="76200" marT="76200" marB="76200"/>
                </a:tc>
                <a:tc>
                  <a:txBody>
                    <a:bodyPr/>
                    <a:lstStyle/>
                    <a:p>
                      <a:pPr algn="ctr" fontAlgn="t"/>
                      <a:r>
                        <a:rPr lang="en-IN">
                          <a:solidFill>
                            <a:srgbClr val="333333"/>
                          </a:solidFill>
                          <a:effectLst/>
                          <a:latin typeface="inter-regular"/>
                        </a:rPr>
                        <a:t>6</a:t>
                      </a:r>
                    </a:p>
                  </a:txBody>
                  <a:tcPr marL="76200" marR="76200" marT="76200" marB="76200"/>
                </a:tc>
                <a:tc>
                  <a:txBody>
                    <a:bodyPr/>
                    <a:lstStyle/>
                    <a:p>
                      <a:pPr algn="ctr" fontAlgn="t"/>
                      <a:r>
                        <a:rPr lang="en-IN">
                          <a:solidFill>
                            <a:srgbClr val="333333"/>
                          </a:solidFill>
                          <a:effectLst/>
                          <a:latin typeface="inter-regular"/>
                        </a:rPr>
                        <a:t>2</a:t>
                      </a:r>
                    </a:p>
                  </a:txBody>
                  <a:tcPr marL="76200" marR="76200" marT="76200" marB="76200"/>
                </a:tc>
                <a:tc>
                  <a:txBody>
                    <a:bodyPr/>
                    <a:lstStyle/>
                    <a:p>
                      <a:pPr algn="ctr" fontAlgn="t"/>
                      <a:r>
                        <a:rPr lang="en-IN">
                          <a:solidFill>
                            <a:srgbClr val="333333"/>
                          </a:solidFill>
                          <a:effectLst/>
                          <a:latin typeface="inter-regular"/>
                        </a:rPr>
                        <a:t>10</a:t>
                      </a:r>
                    </a:p>
                  </a:txBody>
                  <a:tcPr marL="76200" marR="76200" marT="76200" marB="76200"/>
                </a:tc>
                <a:tc>
                  <a:txBody>
                    <a:bodyPr/>
                    <a:lstStyle/>
                    <a:p>
                      <a:pPr algn="ctr" fontAlgn="t"/>
                      <a:r>
                        <a:rPr lang="en-IN">
                          <a:solidFill>
                            <a:srgbClr val="333333"/>
                          </a:solidFill>
                          <a:effectLst/>
                          <a:latin typeface="inter-regular"/>
                        </a:rPr>
                        <a:t>4</a:t>
                      </a:r>
                    </a:p>
                  </a:txBody>
                  <a:tcPr marL="76200" marR="76200" marT="76200" marB="76200"/>
                </a:tc>
                <a:tc>
                  <a:txBody>
                    <a:bodyPr/>
                    <a:lstStyle/>
                    <a:p>
                      <a:pPr algn="ctr" fontAlgn="t"/>
                      <a:r>
                        <a:rPr lang="en-IN">
                          <a:solidFill>
                            <a:srgbClr val="333333"/>
                          </a:solidFill>
                          <a:effectLst/>
                          <a:latin typeface="inter-regular"/>
                        </a:rPr>
                        <a:t>2</a:t>
                      </a:r>
                    </a:p>
                  </a:txBody>
                  <a:tcPr marL="76200" marR="76200" marT="76200" marB="76200"/>
                </a:tc>
                <a:extLst>
                  <a:ext uri="{0D108BD9-81ED-4DB2-BD59-A6C34878D82A}">
                    <a16:rowId xmlns:a16="http://schemas.microsoft.com/office/drawing/2014/main" val="2524830134"/>
                  </a:ext>
                </a:extLst>
              </a:tr>
              <a:tr h="370840">
                <a:tc>
                  <a:txBody>
                    <a:bodyPr/>
                    <a:lstStyle/>
                    <a:p>
                      <a:pPr algn="ctr" fontAlgn="t"/>
                      <a:r>
                        <a:rPr lang="en-IN">
                          <a:solidFill>
                            <a:srgbClr val="333333"/>
                          </a:solidFill>
                          <a:effectLst/>
                          <a:latin typeface="inter-regular"/>
                        </a:rPr>
                        <a:t>4</a:t>
                      </a:r>
                    </a:p>
                  </a:txBody>
                  <a:tcPr marL="76200" marR="76200" marT="76200" marB="76200"/>
                </a:tc>
                <a:tc>
                  <a:txBody>
                    <a:bodyPr/>
                    <a:lstStyle/>
                    <a:p>
                      <a:pPr algn="ctr" fontAlgn="t"/>
                      <a:r>
                        <a:rPr lang="en-IN">
                          <a:solidFill>
                            <a:srgbClr val="333333"/>
                          </a:solidFill>
                          <a:effectLst/>
                          <a:latin typeface="inter-regular"/>
                        </a:rPr>
                        <a:t>7</a:t>
                      </a:r>
                    </a:p>
                  </a:txBody>
                  <a:tcPr marL="76200" marR="76200" marT="76200" marB="76200"/>
                </a:tc>
                <a:tc>
                  <a:txBody>
                    <a:bodyPr/>
                    <a:lstStyle/>
                    <a:p>
                      <a:pPr algn="ctr" fontAlgn="t"/>
                      <a:r>
                        <a:rPr lang="en-IN">
                          <a:solidFill>
                            <a:srgbClr val="333333"/>
                          </a:solidFill>
                          <a:effectLst/>
                          <a:latin typeface="inter-regular"/>
                        </a:rPr>
                        <a:t>10</a:t>
                      </a:r>
                    </a:p>
                  </a:txBody>
                  <a:tcPr marL="76200" marR="76200" marT="76200" marB="76200"/>
                </a:tc>
                <a:tc>
                  <a:txBody>
                    <a:bodyPr/>
                    <a:lstStyle/>
                    <a:p>
                      <a:pPr algn="ctr" fontAlgn="t"/>
                      <a:r>
                        <a:rPr lang="en-IN">
                          <a:solidFill>
                            <a:srgbClr val="333333"/>
                          </a:solidFill>
                          <a:effectLst/>
                          <a:latin typeface="inter-regular"/>
                        </a:rPr>
                        <a:t>31</a:t>
                      </a:r>
                    </a:p>
                  </a:txBody>
                  <a:tcPr marL="76200" marR="76200" marT="76200" marB="76200"/>
                </a:tc>
                <a:tc>
                  <a:txBody>
                    <a:bodyPr/>
                    <a:lstStyle/>
                    <a:p>
                      <a:pPr algn="ctr" fontAlgn="t"/>
                      <a:r>
                        <a:rPr lang="en-IN">
                          <a:solidFill>
                            <a:srgbClr val="333333"/>
                          </a:solidFill>
                          <a:effectLst/>
                          <a:latin typeface="inter-regular"/>
                        </a:rPr>
                        <a:t>24</a:t>
                      </a:r>
                    </a:p>
                  </a:txBody>
                  <a:tcPr marL="76200" marR="76200" marT="76200" marB="76200"/>
                </a:tc>
                <a:tc>
                  <a:txBody>
                    <a:bodyPr/>
                    <a:lstStyle/>
                    <a:p>
                      <a:pPr algn="ctr" fontAlgn="t"/>
                      <a:r>
                        <a:rPr lang="en-IN">
                          <a:solidFill>
                            <a:srgbClr val="333333"/>
                          </a:solidFill>
                          <a:effectLst/>
                          <a:latin typeface="inter-regular"/>
                        </a:rPr>
                        <a:t>14</a:t>
                      </a:r>
                    </a:p>
                  </a:txBody>
                  <a:tcPr marL="76200" marR="76200" marT="76200" marB="76200"/>
                </a:tc>
                <a:extLst>
                  <a:ext uri="{0D108BD9-81ED-4DB2-BD59-A6C34878D82A}">
                    <a16:rowId xmlns:a16="http://schemas.microsoft.com/office/drawing/2014/main" val="3721036571"/>
                  </a:ext>
                </a:extLst>
              </a:tr>
              <a:tr h="370840">
                <a:tc>
                  <a:txBody>
                    <a:bodyPr/>
                    <a:lstStyle/>
                    <a:p>
                      <a:pPr algn="ctr" fontAlgn="t"/>
                      <a:r>
                        <a:rPr lang="en-IN">
                          <a:solidFill>
                            <a:srgbClr val="333333"/>
                          </a:solidFill>
                          <a:effectLst/>
                          <a:latin typeface="inter-regular"/>
                        </a:rPr>
                        <a:t>5</a:t>
                      </a:r>
                    </a:p>
                  </a:txBody>
                  <a:tcPr marL="76200" marR="76200" marT="76200" marB="76200"/>
                </a:tc>
                <a:tc>
                  <a:txBody>
                    <a:bodyPr/>
                    <a:lstStyle/>
                    <a:p>
                      <a:pPr algn="ctr" fontAlgn="t"/>
                      <a:r>
                        <a:rPr lang="en-IN">
                          <a:solidFill>
                            <a:srgbClr val="333333"/>
                          </a:solidFill>
                          <a:effectLst/>
                          <a:latin typeface="inter-regular"/>
                        </a:rPr>
                        <a:t>9</a:t>
                      </a:r>
                    </a:p>
                  </a:txBody>
                  <a:tcPr marL="76200" marR="76200" marT="76200" marB="76200"/>
                </a:tc>
                <a:tc>
                  <a:txBody>
                    <a:bodyPr/>
                    <a:lstStyle/>
                    <a:p>
                      <a:pPr algn="ctr" fontAlgn="t"/>
                      <a:r>
                        <a:rPr lang="en-IN">
                          <a:solidFill>
                            <a:srgbClr val="333333"/>
                          </a:solidFill>
                          <a:effectLst/>
                          <a:latin typeface="inter-regular"/>
                        </a:rPr>
                        <a:t>8</a:t>
                      </a:r>
                    </a:p>
                  </a:txBody>
                  <a:tcPr marL="76200" marR="76200" marT="76200" marB="76200"/>
                </a:tc>
                <a:tc>
                  <a:txBody>
                    <a:bodyPr/>
                    <a:lstStyle/>
                    <a:p>
                      <a:pPr algn="ctr" fontAlgn="t"/>
                      <a:r>
                        <a:rPr lang="en-IN">
                          <a:solidFill>
                            <a:srgbClr val="333333"/>
                          </a:solidFill>
                          <a:effectLst/>
                          <a:latin typeface="inter-regular"/>
                        </a:rPr>
                        <a:t>21</a:t>
                      </a:r>
                    </a:p>
                  </a:txBody>
                  <a:tcPr marL="76200" marR="76200" marT="76200" marB="76200"/>
                </a:tc>
                <a:tc>
                  <a:txBody>
                    <a:bodyPr/>
                    <a:lstStyle/>
                    <a:p>
                      <a:pPr algn="ctr" fontAlgn="t"/>
                      <a:r>
                        <a:rPr lang="en-IN">
                          <a:solidFill>
                            <a:srgbClr val="333333"/>
                          </a:solidFill>
                          <a:effectLst/>
                          <a:latin typeface="inter-regular"/>
                        </a:rPr>
                        <a:t>12</a:t>
                      </a:r>
                    </a:p>
                  </a:txBody>
                  <a:tcPr marL="76200" marR="76200" marT="76200" marB="76200"/>
                </a:tc>
                <a:tc>
                  <a:txBody>
                    <a:bodyPr/>
                    <a:lstStyle/>
                    <a:p>
                      <a:pPr algn="ctr" fontAlgn="t"/>
                      <a:r>
                        <a:rPr lang="en-IN" dirty="0">
                          <a:solidFill>
                            <a:srgbClr val="333333"/>
                          </a:solidFill>
                          <a:effectLst/>
                          <a:latin typeface="inter-regular"/>
                        </a:rPr>
                        <a:t>4</a:t>
                      </a:r>
                    </a:p>
                  </a:txBody>
                  <a:tcPr marL="76200" marR="76200" marT="76200" marB="76200"/>
                </a:tc>
                <a:extLst>
                  <a:ext uri="{0D108BD9-81ED-4DB2-BD59-A6C34878D82A}">
                    <a16:rowId xmlns:a16="http://schemas.microsoft.com/office/drawing/2014/main" val="3253268371"/>
                  </a:ext>
                </a:extLst>
              </a:tr>
            </a:tbl>
          </a:graphicData>
        </a:graphic>
      </p:graphicFrame>
      <p:pic>
        <p:nvPicPr>
          <p:cNvPr id="2050" name="Picture 2" descr="os SJF scheduling algorithm">
            <a:extLst>
              <a:ext uri="{FF2B5EF4-FFF2-40B4-BE49-F238E27FC236}">
                <a16:creationId xmlns:a16="http://schemas.microsoft.com/office/drawing/2014/main" id="{2E69E32E-6245-4DE0-C4CF-5C8941DDEA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752" y="4812134"/>
            <a:ext cx="10666284" cy="1304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71586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B7855-9DC5-EC38-2AAA-17B529CB95D3}"/>
              </a:ext>
            </a:extLst>
          </p:cNvPr>
          <p:cNvSpPr>
            <a:spLocks noGrp="1"/>
          </p:cNvSpPr>
          <p:nvPr>
            <p:ph type="title"/>
          </p:nvPr>
        </p:nvSpPr>
        <p:spPr>
          <a:xfrm>
            <a:off x="1069848" y="484632"/>
            <a:ext cx="10058400" cy="486918"/>
          </a:xfrm>
        </p:spPr>
        <p:txBody>
          <a:bodyPr>
            <a:normAutofit fontScale="90000"/>
          </a:bodyPr>
          <a:lstStyle/>
          <a:p>
            <a:r>
              <a:rPr lang="en-IN" dirty="0"/>
              <a:t>CPU SCHEDULING </a:t>
            </a:r>
          </a:p>
        </p:txBody>
      </p:sp>
      <p:sp>
        <p:nvSpPr>
          <p:cNvPr id="3" name="Content Placeholder 2">
            <a:extLst>
              <a:ext uri="{FF2B5EF4-FFF2-40B4-BE49-F238E27FC236}">
                <a16:creationId xmlns:a16="http://schemas.microsoft.com/office/drawing/2014/main" id="{EF43EF45-3060-CFBC-A9C4-3040D3EF1979}"/>
              </a:ext>
            </a:extLst>
          </p:cNvPr>
          <p:cNvSpPr>
            <a:spLocks noGrp="1"/>
          </p:cNvSpPr>
          <p:nvPr>
            <p:ph idx="1"/>
          </p:nvPr>
        </p:nvSpPr>
        <p:spPr>
          <a:xfrm>
            <a:off x="1069848" y="1114425"/>
            <a:ext cx="10058400" cy="5429251"/>
          </a:xfrm>
        </p:spPr>
        <p:txBody>
          <a:bodyPr>
            <a:normAutofit/>
          </a:bodyPr>
          <a:lstStyle/>
          <a:p>
            <a:pPr>
              <a:buFont typeface="Wingdings" panose="05000000000000000000" pitchFamily="2" charset="2"/>
              <a:buChar char="v"/>
            </a:pPr>
            <a:r>
              <a:rPr lang="en-IN" b="1" i="0" dirty="0">
                <a:solidFill>
                  <a:srgbClr val="273239"/>
                </a:solidFill>
                <a:effectLst/>
                <a:latin typeface="Nunito" pitchFamily="2" charset="0"/>
              </a:rPr>
              <a:t>Shortest Remaining Time First [Preemptive]</a:t>
            </a:r>
          </a:p>
          <a:p>
            <a:pPr marL="0" indent="0">
              <a:buNone/>
            </a:pPr>
            <a:endParaRPr lang="en-IN" b="1" i="0" dirty="0">
              <a:solidFill>
                <a:srgbClr val="273239"/>
              </a:solidFill>
              <a:effectLst/>
              <a:latin typeface="Nunito" pitchFamily="2" charset="0"/>
            </a:endParaRPr>
          </a:p>
          <a:p>
            <a:pPr marL="0" indent="0">
              <a:buNone/>
            </a:pPr>
            <a:r>
              <a:rPr lang="en-US" b="1" i="0" dirty="0">
                <a:solidFill>
                  <a:srgbClr val="273239"/>
                </a:solidFill>
                <a:effectLst/>
                <a:latin typeface="Nunito" pitchFamily="2" charset="0"/>
              </a:rPr>
              <a:t>Shortest remaining time first</a:t>
            </a:r>
            <a:r>
              <a:rPr lang="en-US" b="0" i="0" dirty="0">
                <a:solidFill>
                  <a:srgbClr val="273239"/>
                </a:solidFill>
                <a:effectLst/>
                <a:latin typeface="Nunito" pitchFamily="2" charset="0"/>
              </a:rPr>
              <a:t> is the preemptive version of the Shortest job first. In SRTF the process with the smallest amount of time remaining until completion is selected to execute.</a:t>
            </a:r>
          </a:p>
          <a:p>
            <a:pPr marL="0" indent="0">
              <a:buNone/>
            </a:pPr>
            <a:endParaRPr lang="en-US" dirty="0">
              <a:solidFill>
                <a:srgbClr val="273239"/>
              </a:solidFill>
              <a:latin typeface="Nunito" pitchFamily="2" charset="0"/>
            </a:endParaRPr>
          </a:p>
          <a:p>
            <a:pPr marL="0" indent="0" algn="l" fontAlgn="base">
              <a:buNone/>
            </a:pPr>
            <a:r>
              <a:rPr lang="en-US" b="1" i="0" dirty="0">
                <a:solidFill>
                  <a:srgbClr val="273239"/>
                </a:solidFill>
                <a:effectLst/>
                <a:latin typeface="Nunito" pitchFamily="2" charset="0"/>
              </a:rPr>
              <a:t>Advantages of SRTF:</a:t>
            </a:r>
            <a:endParaRPr lang="en-US" b="0" i="0" dirty="0">
              <a:solidFill>
                <a:srgbClr val="273239"/>
              </a:solidFill>
              <a:effectLst/>
              <a:latin typeface="Nunito" pitchFamily="2" charset="0"/>
            </a:endParaRPr>
          </a:p>
          <a:p>
            <a:pPr algn="l" fontAlgn="base">
              <a:buFont typeface="Arial" panose="020B0604020202020204" pitchFamily="34" charset="0"/>
              <a:buChar char="•"/>
            </a:pPr>
            <a:r>
              <a:rPr lang="en-US" b="0" i="0" dirty="0">
                <a:solidFill>
                  <a:srgbClr val="273239"/>
                </a:solidFill>
                <a:effectLst/>
                <a:latin typeface="Nunito" pitchFamily="2" charset="0"/>
              </a:rPr>
              <a:t>In SRTF the short processes are handled very fast.</a:t>
            </a:r>
          </a:p>
          <a:p>
            <a:pPr algn="l" fontAlgn="base">
              <a:buFont typeface="Arial" panose="020B0604020202020204" pitchFamily="34" charset="0"/>
              <a:buChar char="•"/>
            </a:pPr>
            <a:r>
              <a:rPr lang="en-US" b="0" i="0" dirty="0">
                <a:solidFill>
                  <a:srgbClr val="273239"/>
                </a:solidFill>
                <a:effectLst/>
                <a:latin typeface="Nunito" pitchFamily="2" charset="0"/>
              </a:rPr>
              <a:t>The system also requires very little overhead since it only makes a decision when a process completes or a new process is added.</a:t>
            </a:r>
          </a:p>
          <a:p>
            <a:pPr algn="l" fontAlgn="base">
              <a:buFont typeface="Arial" panose="020B0604020202020204" pitchFamily="34" charset="0"/>
              <a:buChar char="•"/>
            </a:pPr>
            <a:endParaRPr lang="en-US" dirty="0">
              <a:solidFill>
                <a:srgbClr val="273239"/>
              </a:solidFill>
              <a:latin typeface="Nunito" pitchFamily="2" charset="0"/>
            </a:endParaRPr>
          </a:p>
          <a:p>
            <a:pPr marL="0" indent="0" algn="l" fontAlgn="base">
              <a:buNone/>
            </a:pPr>
            <a:r>
              <a:rPr lang="en-US" b="1" i="0" dirty="0">
                <a:solidFill>
                  <a:srgbClr val="273239"/>
                </a:solidFill>
                <a:effectLst/>
                <a:latin typeface="Nunito" pitchFamily="2" charset="0"/>
              </a:rPr>
              <a:t>Disadvantages of SRTF:</a:t>
            </a:r>
            <a:endParaRPr lang="en-US" b="0" i="0" dirty="0">
              <a:solidFill>
                <a:srgbClr val="273239"/>
              </a:solidFill>
              <a:effectLst/>
              <a:latin typeface="Nunito" pitchFamily="2" charset="0"/>
            </a:endParaRPr>
          </a:p>
          <a:p>
            <a:pPr algn="l" fontAlgn="base">
              <a:buFont typeface="Arial" panose="020B0604020202020204" pitchFamily="34" charset="0"/>
              <a:buChar char="•"/>
            </a:pPr>
            <a:r>
              <a:rPr lang="en-US" b="0" i="0" dirty="0">
                <a:solidFill>
                  <a:srgbClr val="273239"/>
                </a:solidFill>
                <a:effectLst/>
                <a:latin typeface="Nunito" pitchFamily="2" charset="0"/>
              </a:rPr>
              <a:t>Like the shortest job first, it also has the potential for process starvation. </a:t>
            </a:r>
          </a:p>
          <a:p>
            <a:pPr marL="0" indent="0" algn="l" fontAlgn="base">
              <a:buNone/>
            </a:pPr>
            <a:endParaRPr lang="en-US" b="0" i="0" dirty="0">
              <a:solidFill>
                <a:srgbClr val="273239"/>
              </a:solidFill>
              <a:effectLst/>
              <a:latin typeface="Nunito" pitchFamily="2" charset="0"/>
            </a:endParaRPr>
          </a:p>
          <a:p>
            <a:pPr marL="0" indent="0">
              <a:buNone/>
            </a:pPr>
            <a:endParaRPr lang="en-IN" dirty="0"/>
          </a:p>
        </p:txBody>
      </p:sp>
    </p:spTree>
    <p:extLst>
      <p:ext uri="{BB962C8B-B14F-4D97-AF65-F5344CB8AC3E}">
        <p14:creationId xmlns:p14="http://schemas.microsoft.com/office/powerpoint/2010/main" val="16832929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B7855-9DC5-EC38-2AAA-17B529CB95D3}"/>
              </a:ext>
            </a:extLst>
          </p:cNvPr>
          <p:cNvSpPr>
            <a:spLocks noGrp="1"/>
          </p:cNvSpPr>
          <p:nvPr>
            <p:ph type="title"/>
          </p:nvPr>
        </p:nvSpPr>
        <p:spPr>
          <a:xfrm>
            <a:off x="1069848" y="484632"/>
            <a:ext cx="10058400" cy="486918"/>
          </a:xfrm>
        </p:spPr>
        <p:txBody>
          <a:bodyPr>
            <a:normAutofit fontScale="90000"/>
          </a:bodyPr>
          <a:lstStyle/>
          <a:p>
            <a:r>
              <a:rPr lang="en-IN" dirty="0"/>
              <a:t>CPU SCHEDULING </a:t>
            </a:r>
          </a:p>
        </p:txBody>
      </p:sp>
      <p:sp>
        <p:nvSpPr>
          <p:cNvPr id="3" name="Content Placeholder 2">
            <a:extLst>
              <a:ext uri="{FF2B5EF4-FFF2-40B4-BE49-F238E27FC236}">
                <a16:creationId xmlns:a16="http://schemas.microsoft.com/office/drawing/2014/main" id="{EF43EF45-3060-CFBC-A9C4-3040D3EF1979}"/>
              </a:ext>
            </a:extLst>
          </p:cNvPr>
          <p:cNvSpPr>
            <a:spLocks noGrp="1"/>
          </p:cNvSpPr>
          <p:nvPr>
            <p:ph idx="1"/>
          </p:nvPr>
        </p:nvSpPr>
        <p:spPr>
          <a:xfrm>
            <a:off x="1069848" y="1114425"/>
            <a:ext cx="10058400" cy="5429251"/>
          </a:xfrm>
        </p:spPr>
        <p:txBody>
          <a:bodyPr>
            <a:normAutofit/>
          </a:bodyPr>
          <a:lstStyle/>
          <a:p>
            <a:pPr>
              <a:buFont typeface="Wingdings" panose="05000000000000000000" pitchFamily="2" charset="2"/>
              <a:buChar char="v"/>
            </a:pPr>
            <a:r>
              <a:rPr lang="en-IN" b="1" i="0" dirty="0">
                <a:solidFill>
                  <a:srgbClr val="273239"/>
                </a:solidFill>
                <a:effectLst/>
                <a:latin typeface="Nunito" pitchFamily="2" charset="0"/>
              </a:rPr>
              <a:t> Example: Shortest Remaining Time First [Preemptive]</a:t>
            </a:r>
          </a:p>
          <a:p>
            <a:pPr marL="0" indent="0">
              <a:buNone/>
            </a:pPr>
            <a:endParaRPr lang="en-IN" b="1" dirty="0">
              <a:solidFill>
                <a:srgbClr val="273239"/>
              </a:solidFill>
              <a:latin typeface="Nunito" pitchFamily="2" charset="0"/>
            </a:endParaRPr>
          </a:p>
          <a:p>
            <a:pPr marL="0" indent="0">
              <a:buNone/>
            </a:pPr>
            <a:r>
              <a:rPr lang="en-IN" b="1" i="0" dirty="0">
                <a:solidFill>
                  <a:srgbClr val="273239"/>
                </a:solidFill>
                <a:effectLst/>
                <a:latin typeface="Nunito" pitchFamily="2" charset="0"/>
              </a:rPr>
              <a:t>    </a:t>
            </a:r>
          </a:p>
          <a:p>
            <a:pPr marL="0" indent="0">
              <a:buNone/>
            </a:pPr>
            <a:endParaRPr lang="en-IN" dirty="0"/>
          </a:p>
          <a:p>
            <a:pPr marL="0" indent="0">
              <a:buNone/>
            </a:pPr>
            <a:endParaRPr lang="en-IN" b="1" i="0" dirty="0">
              <a:solidFill>
                <a:srgbClr val="273239"/>
              </a:solidFill>
              <a:effectLst/>
              <a:latin typeface="Nunito" pitchFamily="2" charset="0"/>
            </a:endParaRPr>
          </a:p>
          <a:p>
            <a:pPr marL="0" indent="0">
              <a:buNone/>
            </a:pPr>
            <a:endParaRPr lang="en-IN" dirty="0"/>
          </a:p>
        </p:txBody>
      </p:sp>
      <p:graphicFrame>
        <p:nvGraphicFramePr>
          <p:cNvPr id="4" name="Table 3">
            <a:extLst>
              <a:ext uri="{FF2B5EF4-FFF2-40B4-BE49-F238E27FC236}">
                <a16:creationId xmlns:a16="http://schemas.microsoft.com/office/drawing/2014/main" id="{FE5D577B-E652-1F54-202C-3260B438F367}"/>
              </a:ext>
            </a:extLst>
          </p:cNvPr>
          <p:cNvGraphicFramePr>
            <a:graphicFrameLocks noGrp="1"/>
          </p:cNvGraphicFramePr>
          <p:nvPr>
            <p:extLst>
              <p:ext uri="{D42A27DB-BD31-4B8C-83A1-F6EECF244321}">
                <p14:modId xmlns:p14="http://schemas.microsoft.com/office/powerpoint/2010/main" val="1493264125"/>
              </p:ext>
            </p:extLst>
          </p:nvPr>
        </p:nvGraphicFramePr>
        <p:xfrm>
          <a:off x="2246313" y="1604010"/>
          <a:ext cx="8127999" cy="31089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542306880"/>
                    </a:ext>
                  </a:extLst>
                </a:gridCol>
                <a:gridCol w="2709333">
                  <a:extLst>
                    <a:ext uri="{9D8B030D-6E8A-4147-A177-3AD203B41FA5}">
                      <a16:colId xmlns:a16="http://schemas.microsoft.com/office/drawing/2014/main" val="2224204642"/>
                    </a:ext>
                  </a:extLst>
                </a:gridCol>
                <a:gridCol w="2709333">
                  <a:extLst>
                    <a:ext uri="{9D8B030D-6E8A-4147-A177-3AD203B41FA5}">
                      <a16:colId xmlns:a16="http://schemas.microsoft.com/office/drawing/2014/main" val="3689835027"/>
                    </a:ext>
                  </a:extLst>
                </a:gridCol>
              </a:tblGrid>
              <a:tr h="370840">
                <a:tc>
                  <a:txBody>
                    <a:bodyPr/>
                    <a:lstStyle/>
                    <a:p>
                      <a:pPr algn="ctr" fontAlgn="base"/>
                      <a:r>
                        <a:rPr lang="en-IN" sz="1400" b="1" dirty="0">
                          <a:effectLst/>
                        </a:rPr>
                        <a:t>Process</a:t>
                      </a:r>
                    </a:p>
                  </a:txBody>
                  <a:tcPr marL="38100" marR="38100" marT="95250" marB="95250" anchor="ctr"/>
                </a:tc>
                <a:tc>
                  <a:txBody>
                    <a:bodyPr/>
                    <a:lstStyle/>
                    <a:p>
                      <a:pPr algn="ctr" fontAlgn="base"/>
                      <a:r>
                        <a:rPr lang="en-IN" sz="1400" b="1">
                          <a:effectLst/>
                        </a:rPr>
                        <a:t>Burst Time</a:t>
                      </a:r>
                    </a:p>
                  </a:txBody>
                  <a:tcPr marL="95250" marR="95250" marT="95250" marB="95250" anchor="ctr"/>
                </a:tc>
                <a:tc>
                  <a:txBody>
                    <a:bodyPr/>
                    <a:lstStyle/>
                    <a:p>
                      <a:pPr algn="ctr" fontAlgn="base"/>
                      <a:r>
                        <a:rPr lang="en-IN" sz="1400" b="1">
                          <a:effectLst/>
                        </a:rPr>
                        <a:t>Arrival Time</a:t>
                      </a:r>
                    </a:p>
                  </a:txBody>
                  <a:tcPr marL="95250" marR="95250" marT="95250" marB="95250" anchor="ctr"/>
                </a:tc>
                <a:extLst>
                  <a:ext uri="{0D108BD9-81ED-4DB2-BD59-A6C34878D82A}">
                    <a16:rowId xmlns:a16="http://schemas.microsoft.com/office/drawing/2014/main" val="1639956533"/>
                  </a:ext>
                </a:extLst>
              </a:tr>
              <a:tr h="370840">
                <a:tc>
                  <a:txBody>
                    <a:bodyPr/>
                    <a:lstStyle/>
                    <a:p>
                      <a:pPr algn="ctr" fontAlgn="ctr"/>
                      <a:r>
                        <a:rPr lang="en-IN" sz="1800" b="0" dirty="0">
                          <a:effectLst/>
                        </a:rPr>
                        <a:t> P1  </a:t>
                      </a:r>
                    </a:p>
                  </a:txBody>
                  <a:tcPr marL="95250" marR="95250" marT="133350" marB="133350" anchor="ctr"/>
                </a:tc>
                <a:tc>
                  <a:txBody>
                    <a:bodyPr/>
                    <a:lstStyle/>
                    <a:p>
                      <a:pPr algn="ctr" fontAlgn="ctr"/>
                      <a:r>
                        <a:rPr lang="en-IN" sz="1800" b="0">
                          <a:effectLst/>
                        </a:rPr>
                        <a:t> 6 ms</a:t>
                      </a:r>
                    </a:p>
                  </a:txBody>
                  <a:tcPr marL="95250" marR="95250" marT="133350" marB="133350" anchor="ctr"/>
                </a:tc>
                <a:tc>
                  <a:txBody>
                    <a:bodyPr/>
                    <a:lstStyle/>
                    <a:p>
                      <a:pPr algn="ctr" fontAlgn="ctr"/>
                      <a:r>
                        <a:rPr lang="en-IN" sz="1800" b="0">
                          <a:effectLst/>
                        </a:rPr>
                        <a:t>2 ms</a:t>
                      </a:r>
                    </a:p>
                  </a:txBody>
                  <a:tcPr marL="95250" marR="95250" marT="133350" marB="133350" anchor="ctr"/>
                </a:tc>
                <a:extLst>
                  <a:ext uri="{0D108BD9-81ED-4DB2-BD59-A6C34878D82A}">
                    <a16:rowId xmlns:a16="http://schemas.microsoft.com/office/drawing/2014/main" val="3164718794"/>
                  </a:ext>
                </a:extLst>
              </a:tr>
              <a:tr h="370840">
                <a:tc>
                  <a:txBody>
                    <a:bodyPr/>
                    <a:lstStyle/>
                    <a:p>
                      <a:pPr algn="ctr" fontAlgn="ctr"/>
                      <a:r>
                        <a:rPr lang="en-IN" sz="1800" b="0">
                          <a:effectLst/>
                        </a:rPr>
                        <a:t> P2</a:t>
                      </a:r>
                    </a:p>
                  </a:txBody>
                  <a:tcPr marL="95250" marR="95250" marT="133350" marB="133350" anchor="ctr"/>
                </a:tc>
                <a:tc>
                  <a:txBody>
                    <a:bodyPr/>
                    <a:lstStyle/>
                    <a:p>
                      <a:pPr algn="ctr" fontAlgn="ctr"/>
                      <a:r>
                        <a:rPr lang="en-IN" sz="1800" b="0" dirty="0">
                          <a:effectLst/>
                        </a:rPr>
                        <a:t> 2 </a:t>
                      </a:r>
                      <a:r>
                        <a:rPr lang="en-IN" sz="1800" b="0" dirty="0" err="1">
                          <a:effectLst/>
                        </a:rPr>
                        <a:t>ms</a:t>
                      </a:r>
                      <a:endParaRPr lang="en-IN" sz="1800" b="0" dirty="0">
                        <a:effectLst/>
                      </a:endParaRPr>
                    </a:p>
                  </a:txBody>
                  <a:tcPr marL="95250" marR="95250" marT="133350" marB="133350" anchor="ctr"/>
                </a:tc>
                <a:tc>
                  <a:txBody>
                    <a:bodyPr/>
                    <a:lstStyle/>
                    <a:p>
                      <a:pPr algn="ctr" fontAlgn="ctr"/>
                      <a:r>
                        <a:rPr lang="en-IN" sz="1800" b="0">
                          <a:effectLst/>
                        </a:rPr>
                        <a:t>5 ms</a:t>
                      </a:r>
                    </a:p>
                  </a:txBody>
                  <a:tcPr marL="95250" marR="95250" marT="133350" marB="133350" anchor="ctr"/>
                </a:tc>
                <a:extLst>
                  <a:ext uri="{0D108BD9-81ED-4DB2-BD59-A6C34878D82A}">
                    <a16:rowId xmlns:a16="http://schemas.microsoft.com/office/drawing/2014/main" val="2275382244"/>
                  </a:ext>
                </a:extLst>
              </a:tr>
              <a:tr h="370840">
                <a:tc>
                  <a:txBody>
                    <a:bodyPr/>
                    <a:lstStyle/>
                    <a:p>
                      <a:pPr algn="ctr" fontAlgn="ctr"/>
                      <a:r>
                        <a:rPr lang="en-IN" sz="1800" b="0">
                          <a:effectLst/>
                        </a:rPr>
                        <a:t> P3</a:t>
                      </a:r>
                    </a:p>
                  </a:txBody>
                  <a:tcPr marL="95250" marR="95250" marT="133350" marB="133350" anchor="ctr"/>
                </a:tc>
                <a:tc>
                  <a:txBody>
                    <a:bodyPr/>
                    <a:lstStyle/>
                    <a:p>
                      <a:pPr algn="ctr" fontAlgn="ctr"/>
                      <a:r>
                        <a:rPr lang="en-IN" sz="1800" b="0" dirty="0">
                          <a:effectLst/>
                        </a:rPr>
                        <a:t> 8 </a:t>
                      </a:r>
                      <a:r>
                        <a:rPr lang="en-IN" sz="1800" b="0" dirty="0" err="1">
                          <a:effectLst/>
                        </a:rPr>
                        <a:t>ms</a:t>
                      </a:r>
                      <a:endParaRPr lang="en-IN" sz="1800" b="0" dirty="0">
                        <a:effectLst/>
                      </a:endParaRPr>
                    </a:p>
                  </a:txBody>
                  <a:tcPr marL="95250" marR="95250" marT="133350" marB="133350" anchor="ctr"/>
                </a:tc>
                <a:tc>
                  <a:txBody>
                    <a:bodyPr/>
                    <a:lstStyle/>
                    <a:p>
                      <a:pPr algn="ctr" fontAlgn="ctr"/>
                      <a:r>
                        <a:rPr lang="en-IN" sz="1800" b="0">
                          <a:effectLst/>
                        </a:rPr>
                        <a:t>1 ms</a:t>
                      </a:r>
                    </a:p>
                  </a:txBody>
                  <a:tcPr marL="95250" marR="95250" marT="133350" marB="133350" anchor="ctr"/>
                </a:tc>
                <a:extLst>
                  <a:ext uri="{0D108BD9-81ED-4DB2-BD59-A6C34878D82A}">
                    <a16:rowId xmlns:a16="http://schemas.microsoft.com/office/drawing/2014/main" val="203839365"/>
                  </a:ext>
                </a:extLst>
              </a:tr>
              <a:tr h="370840">
                <a:tc>
                  <a:txBody>
                    <a:bodyPr/>
                    <a:lstStyle/>
                    <a:p>
                      <a:pPr algn="ctr" fontAlgn="ctr"/>
                      <a:r>
                        <a:rPr lang="en-IN" sz="1800" b="0">
                          <a:effectLst/>
                        </a:rPr>
                        <a:t> P4</a:t>
                      </a:r>
                    </a:p>
                  </a:txBody>
                  <a:tcPr marL="95250" marR="95250" marT="133350" marB="133350" anchor="ctr"/>
                </a:tc>
                <a:tc>
                  <a:txBody>
                    <a:bodyPr/>
                    <a:lstStyle/>
                    <a:p>
                      <a:pPr algn="ctr" fontAlgn="ctr"/>
                      <a:r>
                        <a:rPr lang="en-IN" sz="1800" b="0">
                          <a:effectLst/>
                        </a:rPr>
                        <a:t> 3 ms</a:t>
                      </a:r>
                    </a:p>
                  </a:txBody>
                  <a:tcPr marL="95250" marR="95250" marT="133350" marB="133350" anchor="ctr"/>
                </a:tc>
                <a:tc>
                  <a:txBody>
                    <a:bodyPr/>
                    <a:lstStyle/>
                    <a:p>
                      <a:pPr algn="ctr" fontAlgn="ctr"/>
                      <a:r>
                        <a:rPr lang="en-IN" sz="1800" b="0" dirty="0">
                          <a:effectLst/>
                        </a:rPr>
                        <a:t>0 </a:t>
                      </a:r>
                      <a:r>
                        <a:rPr lang="en-IN" sz="1800" b="0" dirty="0" err="1">
                          <a:effectLst/>
                        </a:rPr>
                        <a:t>ms</a:t>
                      </a:r>
                      <a:endParaRPr lang="en-IN" sz="1800" b="0" dirty="0">
                        <a:effectLst/>
                      </a:endParaRPr>
                    </a:p>
                  </a:txBody>
                  <a:tcPr marL="95250" marR="95250" marT="133350" marB="133350" anchor="ctr"/>
                </a:tc>
                <a:extLst>
                  <a:ext uri="{0D108BD9-81ED-4DB2-BD59-A6C34878D82A}">
                    <a16:rowId xmlns:a16="http://schemas.microsoft.com/office/drawing/2014/main" val="1116525364"/>
                  </a:ext>
                </a:extLst>
              </a:tr>
              <a:tr h="370840">
                <a:tc>
                  <a:txBody>
                    <a:bodyPr/>
                    <a:lstStyle/>
                    <a:p>
                      <a:pPr algn="ctr" fontAlgn="ctr"/>
                      <a:r>
                        <a:rPr lang="en-IN" sz="1800" b="0">
                          <a:effectLst/>
                        </a:rPr>
                        <a:t> P5</a:t>
                      </a:r>
                    </a:p>
                  </a:txBody>
                  <a:tcPr marL="95250" marR="95250" marT="133350" marB="133350" anchor="ctr"/>
                </a:tc>
                <a:tc>
                  <a:txBody>
                    <a:bodyPr/>
                    <a:lstStyle/>
                    <a:p>
                      <a:pPr algn="ctr" fontAlgn="ctr"/>
                      <a:r>
                        <a:rPr lang="en-IN" sz="1800" b="0">
                          <a:effectLst/>
                        </a:rPr>
                        <a:t> 4 ms</a:t>
                      </a:r>
                    </a:p>
                  </a:txBody>
                  <a:tcPr marL="95250" marR="95250" marT="133350" marB="133350" anchor="ctr"/>
                </a:tc>
                <a:tc>
                  <a:txBody>
                    <a:bodyPr/>
                    <a:lstStyle/>
                    <a:p>
                      <a:pPr algn="ctr" fontAlgn="ctr"/>
                      <a:r>
                        <a:rPr lang="en-IN" sz="1800" b="0" dirty="0">
                          <a:effectLst/>
                        </a:rPr>
                        <a:t>4 </a:t>
                      </a:r>
                      <a:r>
                        <a:rPr lang="en-IN" sz="1800" b="0" dirty="0" err="1">
                          <a:effectLst/>
                        </a:rPr>
                        <a:t>ms</a:t>
                      </a:r>
                      <a:endParaRPr lang="en-IN" sz="1800" b="0" dirty="0">
                        <a:effectLst/>
                      </a:endParaRPr>
                    </a:p>
                  </a:txBody>
                  <a:tcPr marL="95250" marR="95250" marT="133350" marB="133350" anchor="ctr"/>
                </a:tc>
                <a:extLst>
                  <a:ext uri="{0D108BD9-81ED-4DB2-BD59-A6C34878D82A}">
                    <a16:rowId xmlns:a16="http://schemas.microsoft.com/office/drawing/2014/main" val="1689199053"/>
                  </a:ext>
                </a:extLst>
              </a:tr>
            </a:tbl>
          </a:graphicData>
        </a:graphic>
      </p:graphicFrame>
      <p:pic>
        <p:nvPicPr>
          <p:cNvPr id="3074" name="Picture 2">
            <a:extLst>
              <a:ext uri="{FF2B5EF4-FFF2-40B4-BE49-F238E27FC236}">
                <a16:creationId xmlns:a16="http://schemas.microsoft.com/office/drawing/2014/main" id="{9AE5A9FE-9E58-5D97-3BD1-72AB11699A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075" y="5144452"/>
            <a:ext cx="10915649" cy="657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76649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B7855-9DC5-EC38-2AAA-17B529CB95D3}"/>
              </a:ext>
            </a:extLst>
          </p:cNvPr>
          <p:cNvSpPr>
            <a:spLocks noGrp="1"/>
          </p:cNvSpPr>
          <p:nvPr>
            <p:ph type="title"/>
          </p:nvPr>
        </p:nvSpPr>
        <p:spPr>
          <a:xfrm>
            <a:off x="1069848" y="484632"/>
            <a:ext cx="10058400" cy="486918"/>
          </a:xfrm>
        </p:spPr>
        <p:txBody>
          <a:bodyPr>
            <a:normAutofit fontScale="90000"/>
          </a:bodyPr>
          <a:lstStyle/>
          <a:p>
            <a:r>
              <a:rPr lang="en-IN" dirty="0"/>
              <a:t>CPU SCHEDULING </a:t>
            </a:r>
          </a:p>
        </p:txBody>
      </p:sp>
      <p:sp>
        <p:nvSpPr>
          <p:cNvPr id="3" name="Content Placeholder 2">
            <a:extLst>
              <a:ext uri="{FF2B5EF4-FFF2-40B4-BE49-F238E27FC236}">
                <a16:creationId xmlns:a16="http://schemas.microsoft.com/office/drawing/2014/main" id="{EF43EF45-3060-CFBC-A9C4-3040D3EF1979}"/>
              </a:ext>
            </a:extLst>
          </p:cNvPr>
          <p:cNvSpPr>
            <a:spLocks noGrp="1"/>
          </p:cNvSpPr>
          <p:nvPr>
            <p:ph idx="1"/>
          </p:nvPr>
        </p:nvSpPr>
        <p:spPr>
          <a:xfrm>
            <a:off x="1069848" y="1114425"/>
            <a:ext cx="10058400" cy="5429251"/>
          </a:xfrm>
        </p:spPr>
        <p:txBody>
          <a:bodyPr>
            <a:normAutofit/>
          </a:bodyPr>
          <a:lstStyle/>
          <a:p>
            <a:pPr>
              <a:buFont typeface="Wingdings" panose="05000000000000000000" pitchFamily="2" charset="2"/>
              <a:buChar char="v"/>
            </a:pPr>
            <a:r>
              <a:rPr lang="en-IN" b="1" i="0" dirty="0">
                <a:solidFill>
                  <a:srgbClr val="273239"/>
                </a:solidFill>
                <a:effectLst/>
                <a:latin typeface="Nunito" pitchFamily="2" charset="0"/>
              </a:rPr>
              <a:t> Example: Shortest Remaining Time First [Preemptive]</a:t>
            </a:r>
          </a:p>
          <a:p>
            <a:pPr algn="l" fontAlgn="base">
              <a:buFont typeface="Arial" panose="020B0604020202020204" pitchFamily="34" charset="0"/>
              <a:buChar char="•"/>
            </a:pPr>
            <a:r>
              <a:rPr lang="en-US" b="1" i="0" dirty="0">
                <a:solidFill>
                  <a:srgbClr val="273239"/>
                </a:solidFill>
                <a:effectLst/>
                <a:latin typeface="Nunito" pitchFamily="2" charset="0"/>
              </a:rPr>
              <a:t>Turn Around time </a:t>
            </a:r>
            <a:r>
              <a:rPr lang="en-US" b="0" i="0" dirty="0">
                <a:solidFill>
                  <a:srgbClr val="273239"/>
                </a:solidFill>
                <a:effectLst/>
                <a:latin typeface="Nunito" pitchFamily="2" charset="0"/>
              </a:rPr>
              <a:t>= Completion time – arrival time</a:t>
            </a:r>
          </a:p>
          <a:p>
            <a:pPr algn="l" fontAlgn="base">
              <a:buFont typeface="Arial" panose="020B0604020202020204" pitchFamily="34" charset="0"/>
              <a:buChar char="•"/>
            </a:pPr>
            <a:r>
              <a:rPr lang="en-US" b="1" i="0" dirty="0">
                <a:solidFill>
                  <a:srgbClr val="273239"/>
                </a:solidFill>
                <a:effectLst/>
                <a:latin typeface="Nunito" pitchFamily="2" charset="0"/>
              </a:rPr>
              <a:t>Waiting Time</a:t>
            </a:r>
            <a:r>
              <a:rPr lang="en-US" b="0" i="0" dirty="0">
                <a:solidFill>
                  <a:srgbClr val="273239"/>
                </a:solidFill>
                <a:effectLst/>
                <a:latin typeface="Nunito" pitchFamily="2" charset="0"/>
              </a:rPr>
              <a:t> = Turn around time – burst time</a:t>
            </a:r>
          </a:p>
          <a:p>
            <a:pPr>
              <a:buFont typeface="Wingdings" panose="05000000000000000000" pitchFamily="2" charset="2"/>
              <a:buChar char="v"/>
            </a:pPr>
            <a:endParaRPr lang="en-IN" b="1" i="0" dirty="0">
              <a:solidFill>
                <a:srgbClr val="273239"/>
              </a:solidFill>
              <a:effectLst/>
              <a:latin typeface="Nunito" pitchFamily="2" charset="0"/>
            </a:endParaRPr>
          </a:p>
          <a:p>
            <a:pPr marL="0" indent="0">
              <a:buNone/>
            </a:pPr>
            <a:endParaRPr lang="en-IN" b="1" dirty="0">
              <a:solidFill>
                <a:srgbClr val="273239"/>
              </a:solidFill>
              <a:latin typeface="Nunito" pitchFamily="2" charset="0"/>
            </a:endParaRPr>
          </a:p>
          <a:p>
            <a:pPr marL="0" indent="0">
              <a:buNone/>
            </a:pPr>
            <a:r>
              <a:rPr lang="en-IN" b="1" i="0" dirty="0">
                <a:solidFill>
                  <a:srgbClr val="273239"/>
                </a:solidFill>
                <a:effectLst/>
                <a:latin typeface="Nunito" pitchFamily="2" charset="0"/>
              </a:rPr>
              <a:t>    </a:t>
            </a:r>
          </a:p>
          <a:p>
            <a:pPr marL="0" indent="0">
              <a:buNone/>
            </a:pPr>
            <a:endParaRPr lang="en-IN" dirty="0"/>
          </a:p>
          <a:p>
            <a:pPr marL="0" indent="0">
              <a:buNone/>
            </a:pPr>
            <a:endParaRPr lang="en-IN" b="1" i="0" dirty="0">
              <a:solidFill>
                <a:srgbClr val="273239"/>
              </a:solidFill>
              <a:effectLst/>
              <a:latin typeface="Nunito" pitchFamily="2" charset="0"/>
            </a:endParaRPr>
          </a:p>
          <a:p>
            <a:pPr marL="0" indent="0">
              <a:buNone/>
            </a:pPr>
            <a:endParaRPr lang="en-IN" dirty="0"/>
          </a:p>
        </p:txBody>
      </p:sp>
      <p:graphicFrame>
        <p:nvGraphicFramePr>
          <p:cNvPr id="5" name="Table 4">
            <a:extLst>
              <a:ext uri="{FF2B5EF4-FFF2-40B4-BE49-F238E27FC236}">
                <a16:creationId xmlns:a16="http://schemas.microsoft.com/office/drawing/2014/main" id="{71918949-00E3-7A8D-799F-8D9B7C54F82C}"/>
              </a:ext>
            </a:extLst>
          </p:cNvPr>
          <p:cNvGraphicFramePr>
            <a:graphicFrameLocks noGrp="1"/>
          </p:cNvGraphicFramePr>
          <p:nvPr>
            <p:extLst>
              <p:ext uri="{D42A27DB-BD31-4B8C-83A1-F6EECF244321}">
                <p14:modId xmlns:p14="http://schemas.microsoft.com/office/powerpoint/2010/main" val="3041950378"/>
              </p:ext>
            </p:extLst>
          </p:nvPr>
        </p:nvGraphicFramePr>
        <p:xfrm>
          <a:off x="2032000" y="2505603"/>
          <a:ext cx="8128000" cy="31089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4429050"/>
                    </a:ext>
                  </a:extLst>
                </a:gridCol>
                <a:gridCol w="2032000">
                  <a:extLst>
                    <a:ext uri="{9D8B030D-6E8A-4147-A177-3AD203B41FA5}">
                      <a16:colId xmlns:a16="http://schemas.microsoft.com/office/drawing/2014/main" val="3898416311"/>
                    </a:ext>
                  </a:extLst>
                </a:gridCol>
                <a:gridCol w="2032000">
                  <a:extLst>
                    <a:ext uri="{9D8B030D-6E8A-4147-A177-3AD203B41FA5}">
                      <a16:colId xmlns:a16="http://schemas.microsoft.com/office/drawing/2014/main" val="1807174614"/>
                    </a:ext>
                  </a:extLst>
                </a:gridCol>
                <a:gridCol w="2032000">
                  <a:extLst>
                    <a:ext uri="{9D8B030D-6E8A-4147-A177-3AD203B41FA5}">
                      <a16:colId xmlns:a16="http://schemas.microsoft.com/office/drawing/2014/main" val="3199147676"/>
                    </a:ext>
                  </a:extLst>
                </a:gridCol>
              </a:tblGrid>
              <a:tr h="370840">
                <a:tc>
                  <a:txBody>
                    <a:bodyPr/>
                    <a:lstStyle/>
                    <a:p>
                      <a:pPr algn="ctr" fontAlgn="base"/>
                      <a:r>
                        <a:rPr lang="en-IN" sz="1400" b="1" dirty="0">
                          <a:effectLst/>
                        </a:rPr>
                        <a:t>Process  </a:t>
                      </a:r>
                    </a:p>
                  </a:txBody>
                  <a:tcPr marL="38100" marR="38100" marT="95250" marB="95250" anchor="ctr"/>
                </a:tc>
                <a:tc>
                  <a:txBody>
                    <a:bodyPr/>
                    <a:lstStyle/>
                    <a:p>
                      <a:pPr algn="ctr" fontAlgn="base"/>
                      <a:r>
                        <a:rPr lang="en-IN" sz="1400" b="1">
                          <a:effectLst/>
                        </a:rPr>
                        <a:t>Completion Time </a:t>
                      </a:r>
                    </a:p>
                  </a:txBody>
                  <a:tcPr marL="95250" marR="95250" marT="95250" marB="95250" anchor="ctr"/>
                </a:tc>
                <a:tc>
                  <a:txBody>
                    <a:bodyPr/>
                    <a:lstStyle/>
                    <a:p>
                      <a:pPr algn="ctr" fontAlgn="base"/>
                      <a:r>
                        <a:rPr lang="en-IN" sz="1400" b="1" dirty="0">
                          <a:effectLst/>
                        </a:rPr>
                        <a:t>Turn Around Time </a:t>
                      </a:r>
                    </a:p>
                  </a:txBody>
                  <a:tcPr marL="95250" marR="95250" marT="95250" marB="95250" anchor="ctr"/>
                </a:tc>
                <a:tc>
                  <a:txBody>
                    <a:bodyPr/>
                    <a:lstStyle/>
                    <a:p>
                      <a:pPr algn="ctr" fontAlgn="base"/>
                      <a:r>
                        <a:rPr lang="en-IN" sz="1400" b="1">
                          <a:effectLst/>
                        </a:rPr>
                        <a:t>Waiting Time</a:t>
                      </a:r>
                    </a:p>
                  </a:txBody>
                  <a:tcPr marL="95250" marR="95250" marT="95250" marB="95250" anchor="ctr"/>
                </a:tc>
                <a:extLst>
                  <a:ext uri="{0D108BD9-81ED-4DB2-BD59-A6C34878D82A}">
                    <a16:rowId xmlns:a16="http://schemas.microsoft.com/office/drawing/2014/main" val="560343094"/>
                  </a:ext>
                </a:extLst>
              </a:tr>
              <a:tr h="370840">
                <a:tc>
                  <a:txBody>
                    <a:bodyPr/>
                    <a:lstStyle/>
                    <a:p>
                      <a:pPr algn="ctr" fontAlgn="ctr"/>
                      <a:r>
                        <a:rPr lang="en-IN" sz="1800" b="0" dirty="0">
                          <a:effectLst/>
                        </a:rPr>
                        <a:t> P1  </a:t>
                      </a:r>
                    </a:p>
                  </a:txBody>
                  <a:tcPr marL="95250" marR="95250" marT="133350" marB="133350" anchor="ctr"/>
                </a:tc>
                <a:tc>
                  <a:txBody>
                    <a:bodyPr/>
                    <a:lstStyle/>
                    <a:p>
                      <a:pPr algn="ctr" fontAlgn="ctr"/>
                      <a:r>
                        <a:rPr lang="en-IN" sz="1800" b="0">
                          <a:effectLst/>
                        </a:rPr>
                        <a:t>15</a:t>
                      </a:r>
                    </a:p>
                  </a:txBody>
                  <a:tcPr marL="95250" marR="95250" marT="133350" marB="133350" anchor="ctr"/>
                </a:tc>
                <a:tc>
                  <a:txBody>
                    <a:bodyPr/>
                    <a:lstStyle/>
                    <a:p>
                      <a:pPr algn="ctr" fontAlgn="ctr"/>
                      <a:r>
                        <a:rPr lang="en-IN" sz="1800" b="0">
                          <a:effectLst/>
                        </a:rPr>
                        <a:t>15-2 = 13</a:t>
                      </a:r>
                    </a:p>
                  </a:txBody>
                  <a:tcPr marL="95250" marR="95250" marT="133350" marB="133350" anchor="ctr"/>
                </a:tc>
                <a:tc>
                  <a:txBody>
                    <a:bodyPr/>
                    <a:lstStyle/>
                    <a:p>
                      <a:pPr algn="ctr" fontAlgn="ctr"/>
                      <a:r>
                        <a:rPr lang="en-IN" sz="1800" b="0">
                          <a:effectLst/>
                        </a:rPr>
                        <a:t>13-6 = 7</a:t>
                      </a:r>
                    </a:p>
                  </a:txBody>
                  <a:tcPr marL="95250" marR="95250" marT="133350" marB="133350" anchor="ctr"/>
                </a:tc>
                <a:extLst>
                  <a:ext uri="{0D108BD9-81ED-4DB2-BD59-A6C34878D82A}">
                    <a16:rowId xmlns:a16="http://schemas.microsoft.com/office/drawing/2014/main" val="280542049"/>
                  </a:ext>
                </a:extLst>
              </a:tr>
              <a:tr h="370840">
                <a:tc>
                  <a:txBody>
                    <a:bodyPr/>
                    <a:lstStyle/>
                    <a:p>
                      <a:pPr algn="ctr" fontAlgn="ctr"/>
                      <a:r>
                        <a:rPr lang="en-IN" sz="1800" b="0" dirty="0">
                          <a:effectLst/>
                        </a:rPr>
                        <a:t> P2</a:t>
                      </a:r>
                    </a:p>
                  </a:txBody>
                  <a:tcPr marL="95250" marR="95250" marT="133350" marB="133350" anchor="ctr"/>
                </a:tc>
                <a:tc>
                  <a:txBody>
                    <a:bodyPr/>
                    <a:lstStyle/>
                    <a:p>
                      <a:pPr algn="ctr" fontAlgn="ctr"/>
                      <a:r>
                        <a:rPr lang="en-IN" sz="1800" b="0" dirty="0">
                          <a:effectLst/>
                        </a:rPr>
                        <a:t>7</a:t>
                      </a:r>
                    </a:p>
                  </a:txBody>
                  <a:tcPr marL="95250" marR="95250" marT="133350" marB="133350" anchor="ctr"/>
                </a:tc>
                <a:tc>
                  <a:txBody>
                    <a:bodyPr/>
                    <a:lstStyle/>
                    <a:p>
                      <a:pPr algn="ctr" fontAlgn="ctr"/>
                      <a:r>
                        <a:rPr lang="en-IN" sz="1800" b="0">
                          <a:effectLst/>
                        </a:rPr>
                        <a:t>7-5 = 2</a:t>
                      </a:r>
                    </a:p>
                  </a:txBody>
                  <a:tcPr marL="95250" marR="95250" marT="133350" marB="133350" anchor="ctr"/>
                </a:tc>
                <a:tc>
                  <a:txBody>
                    <a:bodyPr/>
                    <a:lstStyle/>
                    <a:p>
                      <a:pPr algn="ctr" fontAlgn="ctr"/>
                      <a:r>
                        <a:rPr lang="en-IN" sz="1800" b="0">
                          <a:effectLst/>
                        </a:rPr>
                        <a:t>2-2 = 0</a:t>
                      </a:r>
                    </a:p>
                  </a:txBody>
                  <a:tcPr marL="95250" marR="95250" marT="133350" marB="133350" anchor="ctr"/>
                </a:tc>
                <a:extLst>
                  <a:ext uri="{0D108BD9-81ED-4DB2-BD59-A6C34878D82A}">
                    <a16:rowId xmlns:a16="http://schemas.microsoft.com/office/drawing/2014/main" val="3168453632"/>
                  </a:ext>
                </a:extLst>
              </a:tr>
              <a:tr h="370840">
                <a:tc>
                  <a:txBody>
                    <a:bodyPr/>
                    <a:lstStyle/>
                    <a:p>
                      <a:pPr algn="ctr" fontAlgn="ctr"/>
                      <a:r>
                        <a:rPr lang="en-IN" sz="1800" b="0">
                          <a:effectLst/>
                        </a:rPr>
                        <a:t> P3</a:t>
                      </a:r>
                    </a:p>
                  </a:txBody>
                  <a:tcPr marL="95250" marR="95250" marT="133350" marB="133350" anchor="ctr"/>
                </a:tc>
                <a:tc>
                  <a:txBody>
                    <a:bodyPr/>
                    <a:lstStyle/>
                    <a:p>
                      <a:pPr algn="ctr" fontAlgn="ctr"/>
                      <a:r>
                        <a:rPr lang="en-IN" sz="1800" b="0" dirty="0">
                          <a:effectLst/>
                        </a:rPr>
                        <a:t>23</a:t>
                      </a:r>
                    </a:p>
                  </a:txBody>
                  <a:tcPr marL="95250" marR="95250" marT="133350" marB="133350" anchor="ctr"/>
                </a:tc>
                <a:tc>
                  <a:txBody>
                    <a:bodyPr/>
                    <a:lstStyle/>
                    <a:p>
                      <a:pPr algn="ctr" fontAlgn="ctr"/>
                      <a:r>
                        <a:rPr lang="en-IN" sz="1800" b="0" dirty="0">
                          <a:effectLst/>
                        </a:rPr>
                        <a:t>23-1 = 22</a:t>
                      </a:r>
                    </a:p>
                  </a:txBody>
                  <a:tcPr marL="95250" marR="95250" marT="133350" marB="133350" anchor="ctr"/>
                </a:tc>
                <a:tc>
                  <a:txBody>
                    <a:bodyPr/>
                    <a:lstStyle/>
                    <a:p>
                      <a:pPr algn="ctr" fontAlgn="ctr"/>
                      <a:r>
                        <a:rPr lang="en-IN" sz="1800" b="0">
                          <a:effectLst/>
                        </a:rPr>
                        <a:t>22-8 = 14</a:t>
                      </a:r>
                    </a:p>
                  </a:txBody>
                  <a:tcPr marL="95250" marR="95250" marT="133350" marB="133350" anchor="ctr"/>
                </a:tc>
                <a:extLst>
                  <a:ext uri="{0D108BD9-81ED-4DB2-BD59-A6C34878D82A}">
                    <a16:rowId xmlns:a16="http://schemas.microsoft.com/office/drawing/2014/main" val="3945775366"/>
                  </a:ext>
                </a:extLst>
              </a:tr>
              <a:tr h="370840">
                <a:tc>
                  <a:txBody>
                    <a:bodyPr/>
                    <a:lstStyle/>
                    <a:p>
                      <a:pPr algn="ctr" fontAlgn="ctr"/>
                      <a:r>
                        <a:rPr lang="en-IN" sz="1800" b="0">
                          <a:effectLst/>
                        </a:rPr>
                        <a:t> P4</a:t>
                      </a:r>
                    </a:p>
                  </a:txBody>
                  <a:tcPr marL="95250" marR="95250" marT="133350" marB="133350" anchor="ctr"/>
                </a:tc>
                <a:tc>
                  <a:txBody>
                    <a:bodyPr/>
                    <a:lstStyle/>
                    <a:p>
                      <a:pPr algn="ctr" fontAlgn="ctr"/>
                      <a:r>
                        <a:rPr lang="en-IN" sz="1800" b="0">
                          <a:effectLst/>
                        </a:rPr>
                        <a:t>3</a:t>
                      </a:r>
                    </a:p>
                  </a:txBody>
                  <a:tcPr marL="95250" marR="95250" marT="133350" marB="133350" anchor="ctr"/>
                </a:tc>
                <a:tc>
                  <a:txBody>
                    <a:bodyPr/>
                    <a:lstStyle/>
                    <a:p>
                      <a:pPr algn="ctr" fontAlgn="ctr"/>
                      <a:r>
                        <a:rPr lang="en-IN" sz="1800" b="0" dirty="0">
                          <a:effectLst/>
                        </a:rPr>
                        <a:t>3-0 = 3</a:t>
                      </a:r>
                    </a:p>
                  </a:txBody>
                  <a:tcPr marL="95250" marR="95250" marT="133350" marB="133350" anchor="ctr"/>
                </a:tc>
                <a:tc>
                  <a:txBody>
                    <a:bodyPr/>
                    <a:lstStyle/>
                    <a:p>
                      <a:pPr algn="ctr" fontAlgn="ctr"/>
                      <a:r>
                        <a:rPr lang="en-IN" sz="1800" b="0" dirty="0">
                          <a:effectLst/>
                        </a:rPr>
                        <a:t>3-3 = 0</a:t>
                      </a:r>
                    </a:p>
                  </a:txBody>
                  <a:tcPr marL="95250" marR="95250" marT="133350" marB="133350" anchor="ctr"/>
                </a:tc>
                <a:extLst>
                  <a:ext uri="{0D108BD9-81ED-4DB2-BD59-A6C34878D82A}">
                    <a16:rowId xmlns:a16="http://schemas.microsoft.com/office/drawing/2014/main" val="1982179569"/>
                  </a:ext>
                </a:extLst>
              </a:tr>
              <a:tr h="370840">
                <a:tc>
                  <a:txBody>
                    <a:bodyPr/>
                    <a:lstStyle/>
                    <a:p>
                      <a:pPr algn="ctr" fontAlgn="ctr"/>
                      <a:r>
                        <a:rPr lang="en-IN" sz="1800" b="0">
                          <a:effectLst/>
                        </a:rPr>
                        <a:t> P5</a:t>
                      </a:r>
                    </a:p>
                  </a:txBody>
                  <a:tcPr marL="95250" marR="95250" marT="133350" marB="133350" anchor="ctr"/>
                </a:tc>
                <a:tc>
                  <a:txBody>
                    <a:bodyPr/>
                    <a:lstStyle/>
                    <a:p>
                      <a:pPr algn="ctr" fontAlgn="ctr"/>
                      <a:r>
                        <a:rPr lang="en-IN" sz="1800" b="0">
                          <a:effectLst/>
                        </a:rPr>
                        <a:t>10</a:t>
                      </a:r>
                    </a:p>
                  </a:txBody>
                  <a:tcPr marL="95250" marR="95250" marT="133350" marB="133350" anchor="ctr"/>
                </a:tc>
                <a:tc>
                  <a:txBody>
                    <a:bodyPr/>
                    <a:lstStyle/>
                    <a:p>
                      <a:pPr algn="ctr" fontAlgn="ctr"/>
                      <a:r>
                        <a:rPr lang="en-IN" sz="1800" b="0">
                          <a:effectLst/>
                        </a:rPr>
                        <a:t>10-4 = 6</a:t>
                      </a:r>
                    </a:p>
                  </a:txBody>
                  <a:tcPr marL="95250" marR="95250" marT="133350" marB="133350" anchor="ctr"/>
                </a:tc>
                <a:tc>
                  <a:txBody>
                    <a:bodyPr/>
                    <a:lstStyle/>
                    <a:p>
                      <a:pPr algn="ctr" fontAlgn="ctr"/>
                      <a:r>
                        <a:rPr lang="en-IN" sz="1800" b="0" dirty="0">
                          <a:effectLst/>
                        </a:rPr>
                        <a:t>6-4 = 2</a:t>
                      </a:r>
                    </a:p>
                  </a:txBody>
                  <a:tcPr marL="95250" marR="95250" marT="133350" marB="133350" anchor="ctr"/>
                </a:tc>
                <a:extLst>
                  <a:ext uri="{0D108BD9-81ED-4DB2-BD59-A6C34878D82A}">
                    <a16:rowId xmlns:a16="http://schemas.microsoft.com/office/drawing/2014/main" val="3698349144"/>
                  </a:ext>
                </a:extLst>
              </a:tr>
            </a:tbl>
          </a:graphicData>
        </a:graphic>
      </p:graphicFrame>
      <p:sp>
        <p:nvSpPr>
          <p:cNvPr id="7" name="TextBox 6">
            <a:extLst>
              <a:ext uri="{FF2B5EF4-FFF2-40B4-BE49-F238E27FC236}">
                <a16:creationId xmlns:a16="http://schemas.microsoft.com/office/drawing/2014/main" id="{0F7A092C-4DB3-1501-E1A2-C7CF97EFE10A}"/>
              </a:ext>
            </a:extLst>
          </p:cNvPr>
          <p:cNvSpPr txBox="1"/>
          <p:nvPr/>
        </p:nvSpPr>
        <p:spPr>
          <a:xfrm>
            <a:off x="1218010" y="5743575"/>
            <a:ext cx="8941990" cy="646331"/>
          </a:xfrm>
          <a:prstGeom prst="rect">
            <a:avLst/>
          </a:prstGeom>
          <a:noFill/>
        </p:spPr>
        <p:txBody>
          <a:bodyPr wrap="square">
            <a:spAutoFit/>
          </a:bodyPr>
          <a:lstStyle/>
          <a:p>
            <a:pPr algn="l" fontAlgn="base">
              <a:buFont typeface="Arial" panose="020B0604020202020204" pitchFamily="34" charset="0"/>
              <a:buChar char="•"/>
            </a:pPr>
            <a:r>
              <a:rPr lang="en-US" b="1" i="0" dirty="0">
                <a:solidFill>
                  <a:srgbClr val="273239"/>
                </a:solidFill>
                <a:effectLst/>
                <a:latin typeface="Nunito" pitchFamily="2" charset="0"/>
              </a:rPr>
              <a:t>Average Turn around time</a:t>
            </a:r>
            <a:r>
              <a:rPr lang="en-US" b="0" i="0" dirty="0">
                <a:solidFill>
                  <a:srgbClr val="273239"/>
                </a:solidFill>
                <a:effectLst/>
                <a:latin typeface="Nunito" pitchFamily="2" charset="0"/>
              </a:rPr>
              <a:t> = (13 + 2 + 22 + 3 + 6)/5 = 9.2</a:t>
            </a:r>
          </a:p>
          <a:p>
            <a:pPr algn="l" fontAlgn="base">
              <a:buFont typeface="Arial" panose="020B0604020202020204" pitchFamily="34" charset="0"/>
              <a:buChar char="•"/>
            </a:pPr>
            <a:r>
              <a:rPr lang="en-US" b="1" i="0" dirty="0">
                <a:solidFill>
                  <a:srgbClr val="273239"/>
                </a:solidFill>
                <a:effectLst/>
                <a:latin typeface="Nunito" pitchFamily="2" charset="0"/>
              </a:rPr>
              <a:t>Average waiting time</a:t>
            </a:r>
            <a:r>
              <a:rPr lang="en-US" b="0" i="0" dirty="0">
                <a:solidFill>
                  <a:srgbClr val="273239"/>
                </a:solidFill>
                <a:effectLst/>
                <a:latin typeface="Nunito" pitchFamily="2" charset="0"/>
              </a:rPr>
              <a:t> = (7 + 0 + 14 + 0 + 2)/5 = 23/5 = 4.6</a:t>
            </a:r>
          </a:p>
        </p:txBody>
      </p:sp>
    </p:spTree>
    <p:extLst>
      <p:ext uri="{BB962C8B-B14F-4D97-AF65-F5344CB8AC3E}">
        <p14:creationId xmlns:p14="http://schemas.microsoft.com/office/powerpoint/2010/main" val="8712898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B7855-9DC5-EC38-2AAA-17B529CB95D3}"/>
              </a:ext>
            </a:extLst>
          </p:cNvPr>
          <p:cNvSpPr>
            <a:spLocks noGrp="1"/>
          </p:cNvSpPr>
          <p:nvPr>
            <p:ph type="title"/>
          </p:nvPr>
        </p:nvSpPr>
        <p:spPr>
          <a:xfrm>
            <a:off x="1069848" y="484632"/>
            <a:ext cx="10058400" cy="486918"/>
          </a:xfrm>
        </p:spPr>
        <p:txBody>
          <a:bodyPr>
            <a:normAutofit fontScale="90000"/>
          </a:bodyPr>
          <a:lstStyle/>
          <a:p>
            <a:r>
              <a:rPr lang="en-IN" dirty="0"/>
              <a:t>CPU SCHEDULING </a:t>
            </a:r>
          </a:p>
        </p:txBody>
      </p:sp>
      <p:sp>
        <p:nvSpPr>
          <p:cNvPr id="3" name="Content Placeholder 2">
            <a:extLst>
              <a:ext uri="{FF2B5EF4-FFF2-40B4-BE49-F238E27FC236}">
                <a16:creationId xmlns:a16="http://schemas.microsoft.com/office/drawing/2014/main" id="{EF43EF45-3060-CFBC-A9C4-3040D3EF1979}"/>
              </a:ext>
            </a:extLst>
          </p:cNvPr>
          <p:cNvSpPr>
            <a:spLocks noGrp="1"/>
          </p:cNvSpPr>
          <p:nvPr>
            <p:ph idx="1"/>
          </p:nvPr>
        </p:nvSpPr>
        <p:spPr>
          <a:xfrm>
            <a:off x="1069848" y="1114425"/>
            <a:ext cx="10058400" cy="5429251"/>
          </a:xfrm>
        </p:spPr>
        <p:txBody>
          <a:bodyPr>
            <a:normAutofit lnSpcReduction="10000"/>
          </a:bodyPr>
          <a:lstStyle/>
          <a:p>
            <a:pPr>
              <a:buFont typeface="Wingdings" panose="05000000000000000000" pitchFamily="2" charset="2"/>
              <a:buChar char="v"/>
            </a:pPr>
            <a:r>
              <a:rPr lang="en-IN" b="1" i="0" dirty="0">
                <a:solidFill>
                  <a:srgbClr val="273239"/>
                </a:solidFill>
                <a:effectLst/>
                <a:latin typeface="Nunito" pitchFamily="2" charset="0"/>
              </a:rPr>
              <a:t>Priority Scheduling [Preemptive and Non Preemptive]</a:t>
            </a:r>
          </a:p>
          <a:p>
            <a:pPr marL="0" indent="0">
              <a:buNone/>
            </a:pPr>
            <a:endParaRPr lang="en-IN" b="1" i="0" dirty="0">
              <a:solidFill>
                <a:srgbClr val="273239"/>
              </a:solidFill>
              <a:effectLst/>
              <a:latin typeface="Nunito" pitchFamily="2" charset="0"/>
            </a:endParaRPr>
          </a:p>
          <a:p>
            <a:pPr marL="0" indent="0" algn="just">
              <a:lnSpc>
                <a:spcPct val="100000"/>
              </a:lnSpc>
              <a:spcBef>
                <a:spcPts val="0"/>
              </a:spcBef>
              <a:buNone/>
            </a:pPr>
            <a:r>
              <a:rPr lang="en-US" dirty="0">
                <a:latin typeface="Calibri" panose="020F0502020204030204" pitchFamily="34" charset="0"/>
                <a:ea typeface="Calibri" panose="020F0502020204030204" pitchFamily="34" charset="0"/>
                <a:cs typeface="Calibri" panose="020F0502020204030204" pitchFamily="34" charset="0"/>
              </a:rPr>
              <a:t>Preemptive Priority CPU Scheduling Algorithm is a pre-emptive method of CPU scheduling algorithm that works based on the priority of a process. Each process is assigned a priority</a:t>
            </a:r>
          </a:p>
          <a:p>
            <a:pPr marL="0" indent="0" algn="just">
              <a:lnSpc>
                <a:spcPct val="100000"/>
              </a:lnSpc>
              <a:spcBef>
                <a:spcPts val="0"/>
              </a:spcBef>
              <a:buNone/>
            </a:pPr>
            <a:r>
              <a:rPr lang="en-US" dirty="0">
                <a:latin typeface="Calibri" panose="020F0502020204030204" pitchFamily="34" charset="0"/>
                <a:ea typeface="Calibri" panose="020F0502020204030204" pitchFamily="34" charset="0"/>
                <a:cs typeface="Calibri" panose="020F0502020204030204" pitchFamily="34" charset="0"/>
              </a:rPr>
              <a:t>by OS. </a:t>
            </a: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In the case of any conflict, that is, where there are more than one processor with equal value, then the most important CPU planning algorithm works on the basis of the FCFS (First Come First Serve) algorithm.</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lgn="l" fontAlgn="base">
              <a:buNone/>
            </a:pPr>
            <a:endParaRPr lang="en-US" b="1" i="0" dirty="0">
              <a:solidFill>
                <a:srgbClr val="273239"/>
              </a:solidFill>
              <a:effectLst/>
              <a:latin typeface="Nunito" pitchFamily="2" charset="0"/>
            </a:endParaRPr>
          </a:p>
          <a:p>
            <a:pPr marL="0" indent="0" algn="l" fontAlgn="base">
              <a:buNone/>
            </a:pPr>
            <a:r>
              <a:rPr lang="en-US"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Advantages of Priority Scheduling:</a:t>
            </a:r>
            <a:endPar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l" fontAlgn="base">
              <a:buFont typeface="Arial" panose="020B0604020202020204" pitchFamily="34" charset="0"/>
              <a:buChar char="•"/>
            </a:pP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The average waiting time is less than FCFS</a:t>
            </a:r>
          </a:p>
          <a:p>
            <a:pPr algn="l" fontAlgn="base">
              <a:buFont typeface="Arial" panose="020B0604020202020204" pitchFamily="34" charset="0"/>
              <a:buChar char="•"/>
            </a:pP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Less complex</a:t>
            </a:r>
          </a:p>
          <a:p>
            <a:pPr marL="0" indent="0" algn="l" fontAlgn="base">
              <a:buNone/>
            </a:pPr>
            <a:endParaRPr lang="en-US"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marL="0" indent="0" algn="l" fontAlgn="base">
              <a:buNone/>
            </a:pPr>
            <a:r>
              <a:rPr lang="en-US"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Disadvantages of Priority Scheduling:</a:t>
            </a:r>
            <a:endPar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l" fontAlgn="base">
              <a:buFont typeface="Arial" panose="020B0604020202020204" pitchFamily="34" charset="0"/>
              <a:buChar char="•"/>
            </a:pP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One of the most common demerits of the Preemptive priority CPU scheduling algorithm is the </a:t>
            </a:r>
            <a:r>
              <a:rPr lang="en-US" b="0" i="0" u="sng"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Starvation Problem</a:t>
            </a: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a:t>
            </a:r>
            <a:r>
              <a:rPr lang="en-US" b="0" i="1"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a:t>
            </a:r>
            <a:endPar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marL="0" indent="0" algn="l" fontAlgn="base">
              <a:buNone/>
            </a:pPr>
            <a:endParaRPr lang="en-US" b="0" i="0" dirty="0">
              <a:solidFill>
                <a:srgbClr val="273239"/>
              </a:solidFill>
              <a:effectLst/>
              <a:latin typeface="Nunito" pitchFamily="2" charset="0"/>
            </a:endParaRPr>
          </a:p>
          <a:p>
            <a:pPr marL="0" indent="0">
              <a:buNone/>
            </a:pP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00686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B7855-9DC5-EC38-2AAA-17B529CB95D3}"/>
              </a:ext>
            </a:extLst>
          </p:cNvPr>
          <p:cNvSpPr>
            <a:spLocks noGrp="1"/>
          </p:cNvSpPr>
          <p:nvPr>
            <p:ph type="title"/>
          </p:nvPr>
        </p:nvSpPr>
        <p:spPr>
          <a:xfrm>
            <a:off x="1069848" y="484632"/>
            <a:ext cx="10058400" cy="486918"/>
          </a:xfrm>
        </p:spPr>
        <p:txBody>
          <a:bodyPr>
            <a:normAutofit fontScale="90000"/>
          </a:bodyPr>
          <a:lstStyle/>
          <a:p>
            <a:r>
              <a:rPr lang="en-IN" dirty="0"/>
              <a:t>CPU SCHEDULING </a:t>
            </a:r>
          </a:p>
        </p:txBody>
      </p:sp>
      <p:sp>
        <p:nvSpPr>
          <p:cNvPr id="3" name="Content Placeholder 2">
            <a:extLst>
              <a:ext uri="{FF2B5EF4-FFF2-40B4-BE49-F238E27FC236}">
                <a16:creationId xmlns:a16="http://schemas.microsoft.com/office/drawing/2014/main" id="{EF43EF45-3060-CFBC-A9C4-3040D3EF1979}"/>
              </a:ext>
            </a:extLst>
          </p:cNvPr>
          <p:cNvSpPr>
            <a:spLocks noGrp="1"/>
          </p:cNvSpPr>
          <p:nvPr>
            <p:ph idx="1"/>
          </p:nvPr>
        </p:nvSpPr>
        <p:spPr>
          <a:xfrm>
            <a:off x="1069848" y="1114425"/>
            <a:ext cx="10058400" cy="5429251"/>
          </a:xfrm>
        </p:spPr>
        <p:txBody>
          <a:bodyPr>
            <a:normAutofit/>
          </a:bodyPr>
          <a:lstStyle/>
          <a:p>
            <a:pPr marL="0" indent="0">
              <a:buNone/>
            </a:pPr>
            <a:r>
              <a:rPr lang="en-IN" b="1" i="0" dirty="0">
                <a:solidFill>
                  <a:srgbClr val="273239"/>
                </a:solidFill>
                <a:effectLst/>
                <a:latin typeface="Nunito" pitchFamily="2" charset="0"/>
              </a:rPr>
              <a:t>Example: Priority Scheduling [ Preemptive ]</a:t>
            </a:r>
          </a:p>
          <a:p>
            <a:pPr marL="0" indent="0" algn="l" fontAlgn="base">
              <a:buNone/>
            </a:pPr>
            <a:endParaRPr lang="en-US" b="0" i="0" dirty="0">
              <a:solidFill>
                <a:srgbClr val="273239"/>
              </a:solidFill>
              <a:effectLst/>
              <a:latin typeface="Nunito" pitchFamily="2" charset="0"/>
            </a:endParaRPr>
          </a:p>
          <a:p>
            <a:pPr marL="0" indent="0">
              <a:buNone/>
            </a:pPr>
            <a:endParaRPr lang="en-IN"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 name="Table 3">
            <a:extLst>
              <a:ext uri="{FF2B5EF4-FFF2-40B4-BE49-F238E27FC236}">
                <a16:creationId xmlns:a16="http://schemas.microsoft.com/office/drawing/2014/main" id="{8CB1DBFF-598A-9A3E-BA70-A8C09A58043F}"/>
              </a:ext>
            </a:extLst>
          </p:cNvPr>
          <p:cNvGraphicFramePr>
            <a:graphicFrameLocks noGrp="1"/>
          </p:cNvGraphicFramePr>
          <p:nvPr>
            <p:extLst>
              <p:ext uri="{D42A27DB-BD31-4B8C-83A1-F6EECF244321}">
                <p14:modId xmlns:p14="http://schemas.microsoft.com/office/powerpoint/2010/main" val="2483818295"/>
              </p:ext>
            </p:extLst>
          </p:nvPr>
        </p:nvGraphicFramePr>
        <p:xfrm>
          <a:off x="1193096" y="2594610"/>
          <a:ext cx="10366248" cy="2468880"/>
        </p:xfrm>
        <a:graphic>
          <a:graphicData uri="http://schemas.openxmlformats.org/drawingml/2006/table">
            <a:tbl>
              <a:tblPr/>
              <a:tblGrid>
                <a:gridCol w="3100014">
                  <a:extLst>
                    <a:ext uri="{9D8B030D-6E8A-4147-A177-3AD203B41FA5}">
                      <a16:colId xmlns:a16="http://schemas.microsoft.com/office/drawing/2014/main" val="386610274"/>
                    </a:ext>
                  </a:extLst>
                </a:gridCol>
                <a:gridCol w="2628522">
                  <a:extLst>
                    <a:ext uri="{9D8B030D-6E8A-4147-A177-3AD203B41FA5}">
                      <a16:colId xmlns:a16="http://schemas.microsoft.com/office/drawing/2014/main" val="3286110753"/>
                    </a:ext>
                  </a:extLst>
                </a:gridCol>
                <a:gridCol w="2434424">
                  <a:extLst>
                    <a:ext uri="{9D8B030D-6E8A-4147-A177-3AD203B41FA5}">
                      <a16:colId xmlns:a16="http://schemas.microsoft.com/office/drawing/2014/main" val="3465213511"/>
                    </a:ext>
                  </a:extLst>
                </a:gridCol>
                <a:gridCol w="2203288">
                  <a:extLst>
                    <a:ext uri="{9D8B030D-6E8A-4147-A177-3AD203B41FA5}">
                      <a16:colId xmlns:a16="http://schemas.microsoft.com/office/drawing/2014/main" val="1254258615"/>
                    </a:ext>
                  </a:extLst>
                </a:gridCol>
              </a:tblGrid>
              <a:tr h="209550">
                <a:tc>
                  <a:txBody>
                    <a:bodyPr/>
                    <a:lstStyle/>
                    <a:p>
                      <a:pPr algn="ctr"/>
                      <a:r>
                        <a:rPr lang="en-IN" sz="1200" b="1">
                          <a:effectLst/>
                        </a:rPr>
                        <a:t>Process Id</a:t>
                      </a:r>
                      <a:endParaRPr lang="en-IN">
                        <a:effectLst/>
                      </a:endParaRP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c>
                  <a:txBody>
                    <a:bodyPr/>
                    <a:lstStyle/>
                    <a:p>
                      <a:pPr algn="ctr"/>
                      <a:r>
                        <a:rPr lang="en-IN" sz="1200" b="1">
                          <a:effectLst/>
                        </a:rPr>
                        <a:t>Arrival time</a:t>
                      </a:r>
                      <a:endParaRPr lang="en-IN">
                        <a:effectLst/>
                      </a:endParaRP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c>
                  <a:txBody>
                    <a:bodyPr/>
                    <a:lstStyle/>
                    <a:p>
                      <a:pPr algn="ctr"/>
                      <a:r>
                        <a:rPr lang="en-IN" sz="1200" b="1">
                          <a:effectLst/>
                        </a:rPr>
                        <a:t>Burst time</a:t>
                      </a:r>
                      <a:endParaRPr lang="en-IN">
                        <a:effectLst/>
                      </a:endParaRP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c>
                  <a:txBody>
                    <a:bodyPr/>
                    <a:lstStyle/>
                    <a:p>
                      <a:pPr algn="ctr"/>
                      <a:r>
                        <a:rPr lang="en-IN" sz="1200" b="1">
                          <a:effectLst/>
                        </a:rPr>
                        <a:t> Priority</a:t>
                      </a:r>
                      <a:endParaRPr lang="en-IN">
                        <a:effectLst/>
                      </a:endParaRP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2406619288"/>
                  </a:ext>
                </a:extLst>
              </a:tr>
              <a:tr h="209550">
                <a:tc>
                  <a:txBody>
                    <a:bodyPr/>
                    <a:lstStyle/>
                    <a:p>
                      <a:pPr algn="ctr"/>
                      <a:r>
                        <a:rPr lang="en-IN">
                          <a:effectLst/>
                        </a:rPr>
                        <a:t>P1</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c>
                  <a:txBody>
                    <a:bodyPr/>
                    <a:lstStyle/>
                    <a:p>
                      <a:pPr algn="ctr"/>
                      <a:r>
                        <a:rPr lang="en-IN">
                          <a:effectLst/>
                        </a:rPr>
                        <a:t>0</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c>
                  <a:txBody>
                    <a:bodyPr/>
                    <a:lstStyle/>
                    <a:p>
                      <a:pPr algn="ctr"/>
                      <a:r>
                        <a:rPr lang="en-IN">
                          <a:effectLst/>
                        </a:rPr>
                        <a:t>4</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c>
                  <a:txBody>
                    <a:bodyPr/>
                    <a:lstStyle/>
                    <a:p>
                      <a:pPr algn="ctr"/>
                      <a:r>
                        <a:rPr lang="en-IN">
                          <a:effectLst/>
                        </a:rPr>
                        <a:t>2</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1474885175"/>
                  </a:ext>
                </a:extLst>
              </a:tr>
              <a:tr h="209550">
                <a:tc>
                  <a:txBody>
                    <a:bodyPr/>
                    <a:lstStyle/>
                    <a:p>
                      <a:pPr algn="ctr"/>
                      <a:r>
                        <a:rPr lang="en-IN" dirty="0">
                          <a:effectLst/>
                        </a:rPr>
                        <a:t>P2</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c>
                  <a:txBody>
                    <a:bodyPr/>
                    <a:lstStyle/>
                    <a:p>
                      <a:pPr algn="ctr"/>
                      <a:r>
                        <a:rPr lang="en-IN">
                          <a:effectLst/>
                        </a:rPr>
                        <a:t>1</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c>
                  <a:txBody>
                    <a:bodyPr/>
                    <a:lstStyle/>
                    <a:p>
                      <a:pPr algn="ctr"/>
                      <a:r>
                        <a:rPr lang="en-IN">
                          <a:effectLst/>
                        </a:rPr>
                        <a:t>3</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c>
                  <a:txBody>
                    <a:bodyPr/>
                    <a:lstStyle/>
                    <a:p>
                      <a:pPr algn="ctr"/>
                      <a:r>
                        <a:rPr lang="en-IN">
                          <a:effectLst/>
                        </a:rPr>
                        <a:t>3</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2021971989"/>
                  </a:ext>
                </a:extLst>
              </a:tr>
              <a:tr h="209550">
                <a:tc>
                  <a:txBody>
                    <a:bodyPr/>
                    <a:lstStyle/>
                    <a:p>
                      <a:pPr algn="ctr"/>
                      <a:r>
                        <a:rPr lang="en-IN">
                          <a:effectLst/>
                        </a:rPr>
                        <a:t>P3</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c>
                  <a:txBody>
                    <a:bodyPr/>
                    <a:lstStyle/>
                    <a:p>
                      <a:pPr algn="ctr"/>
                      <a:r>
                        <a:rPr lang="en-IN">
                          <a:effectLst/>
                        </a:rPr>
                        <a:t>2</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c>
                  <a:txBody>
                    <a:bodyPr/>
                    <a:lstStyle/>
                    <a:p>
                      <a:pPr algn="ctr"/>
                      <a:r>
                        <a:rPr lang="en-IN">
                          <a:effectLst/>
                        </a:rPr>
                        <a:t>1</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c>
                  <a:txBody>
                    <a:bodyPr/>
                    <a:lstStyle/>
                    <a:p>
                      <a:pPr algn="ctr"/>
                      <a:r>
                        <a:rPr lang="en-IN">
                          <a:effectLst/>
                        </a:rPr>
                        <a:t>4</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59186611"/>
                  </a:ext>
                </a:extLst>
              </a:tr>
              <a:tr h="209550">
                <a:tc>
                  <a:txBody>
                    <a:bodyPr/>
                    <a:lstStyle/>
                    <a:p>
                      <a:pPr algn="ctr"/>
                      <a:r>
                        <a:rPr lang="en-IN">
                          <a:effectLst/>
                        </a:rPr>
                        <a:t>P4</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c>
                  <a:txBody>
                    <a:bodyPr/>
                    <a:lstStyle/>
                    <a:p>
                      <a:pPr algn="ctr"/>
                      <a:r>
                        <a:rPr lang="en-IN">
                          <a:effectLst/>
                        </a:rPr>
                        <a:t>3</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c>
                  <a:txBody>
                    <a:bodyPr/>
                    <a:lstStyle/>
                    <a:p>
                      <a:pPr algn="ctr"/>
                      <a:r>
                        <a:rPr lang="en-IN">
                          <a:effectLst/>
                        </a:rPr>
                        <a:t>5</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c>
                  <a:txBody>
                    <a:bodyPr/>
                    <a:lstStyle/>
                    <a:p>
                      <a:pPr algn="ctr"/>
                      <a:r>
                        <a:rPr lang="en-IN">
                          <a:effectLst/>
                        </a:rPr>
                        <a:t>5</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662469261"/>
                  </a:ext>
                </a:extLst>
              </a:tr>
              <a:tr h="209550">
                <a:tc>
                  <a:txBody>
                    <a:bodyPr/>
                    <a:lstStyle/>
                    <a:p>
                      <a:pPr algn="ctr"/>
                      <a:r>
                        <a:rPr lang="en-IN">
                          <a:effectLst/>
                        </a:rPr>
                        <a:t>P5</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c>
                  <a:txBody>
                    <a:bodyPr/>
                    <a:lstStyle/>
                    <a:p>
                      <a:pPr algn="ctr"/>
                      <a:r>
                        <a:rPr lang="en-IN">
                          <a:effectLst/>
                        </a:rPr>
                        <a:t>4</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c>
                  <a:txBody>
                    <a:bodyPr/>
                    <a:lstStyle/>
                    <a:p>
                      <a:pPr algn="ctr"/>
                      <a:r>
                        <a:rPr lang="en-IN">
                          <a:effectLst/>
                        </a:rPr>
                        <a:t>2</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tc>
                  <a:txBody>
                    <a:bodyPr/>
                    <a:lstStyle/>
                    <a:p>
                      <a:pPr algn="ctr"/>
                      <a:r>
                        <a:rPr lang="en-IN" dirty="0">
                          <a:effectLst/>
                        </a:rPr>
                        <a:t>5</a:t>
                      </a:r>
                    </a:p>
                  </a:txBody>
                  <a:tcPr marL="95250" marR="95250" marT="76200" marB="76200"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3660124859"/>
                  </a:ext>
                </a:extLst>
              </a:tr>
            </a:tbl>
          </a:graphicData>
        </a:graphic>
      </p:graphicFrame>
      <p:sp>
        <p:nvSpPr>
          <p:cNvPr id="5" name="Rectangle 1">
            <a:extLst>
              <a:ext uri="{FF2B5EF4-FFF2-40B4-BE49-F238E27FC236}">
                <a16:creationId xmlns:a16="http://schemas.microsoft.com/office/drawing/2014/main" id="{C3039DD6-76FF-2334-778D-AC13FBB22F16}"/>
              </a:ext>
            </a:extLst>
          </p:cNvPr>
          <p:cNvSpPr>
            <a:spLocks noChangeArrowheads="1"/>
          </p:cNvSpPr>
          <p:nvPr/>
        </p:nvSpPr>
        <p:spPr bwMode="auto">
          <a:xfrm>
            <a:off x="1063752" y="1442634"/>
            <a:ext cx="10926687"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03030"/>
                </a:solidFill>
                <a:effectLst/>
                <a:latin typeface="Arimo"/>
              </a:rPr>
              <a:t>Consider the set of 5 processes whose arrival time and burst time are given below-</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03030"/>
                </a:solidFill>
                <a:effectLst/>
                <a:latin typeface="Arimo"/>
              </a:rPr>
              <a:t> If the CPU scheduling policy is priority preemptive, calculate the average waiting time and average turn around time. (Higher number represents higher priority)</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03030"/>
                </a:solidFill>
                <a:effectLst/>
                <a:latin typeface="Arimo"/>
              </a:rPr>
              <a:t> </a:t>
            </a:r>
            <a:endParaRPr kumimoji="0" lang="en-US" altLang="en-US" sz="2000" b="0" i="0" u="none" strike="noStrike" cap="none" normalizeH="0" baseline="0" dirty="0">
              <a:ln>
                <a:noFill/>
              </a:ln>
              <a:solidFill>
                <a:schemeClr val="tx1"/>
              </a:solidFill>
              <a:effectLst/>
            </a:endParaRPr>
          </a:p>
        </p:txBody>
      </p:sp>
      <p:sp>
        <p:nvSpPr>
          <p:cNvPr id="6" name="AutoShape 3">
            <a:extLst>
              <a:ext uri="{FF2B5EF4-FFF2-40B4-BE49-F238E27FC236}">
                <a16:creationId xmlns:a16="http://schemas.microsoft.com/office/drawing/2014/main" id="{4DF42904-E518-2683-1928-B336315E2B1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5">
            <a:extLst>
              <a:ext uri="{FF2B5EF4-FFF2-40B4-BE49-F238E27FC236}">
                <a16:creationId xmlns:a16="http://schemas.microsoft.com/office/drawing/2014/main" id="{3D01A0AE-EE50-1DC7-2516-EBD159655A4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7E48881E-90A1-F7AD-0797-E26DDE164A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8788" y="5143286"/>
            <a:ext cx="9405556" cy="1543265"/>
          </a:xfrm>
          <a:prstGeom prst="rect">
            <a:avLst/>
          </a:prstGeom>
        </p:spPr>
      </p:pic>
    </p:spTree>
    <p:extLst>
      <p:ext uri="{BB962C8B-B14F-4D97-AF65-F5344CB8AC3E}">
        <p14:creationId xmlns:p14="http://schemas.microsoft.com/office/powerpoint/2010/main" val="27889210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B7855-9DC5-EC38-2AAA-17B529CB95D3}"/>
              </a:ext>
            </a:extLst>
          </p:cNvPr>
          <p:cNvSpPr>
            <a:spLocks noGrp="1"/>
          </p:cNvSpPr>
          <p:nvPr>
            <p:ph type="title"/>
          </p:nvPr>
        </p:nvSpPr>
        <p:spPr>
          <a:xfrm>
            <a:off x="1069848" y="484632"/>
            <a:ext cx="10058400" cy="486918"/>
          </a:xfrm>
        </p:spPr>
        <p:txBody>
          <a:bodyPr>
            <a:normAutofit fontScale="90000"/>
          </a:bodyPr>
          <a:lstStyle/>
          <a:p>
            <a:r>
              <a:rPr lang="en-IN" dirty="0"/>
              <a:t>CPU SCHEDULING </a:t>
            </a:r>
          </a:p>
        </p:txBody>
      </p:sp>
      <p:sp>
        <p:nvSpPr>
          <p:cNvPr id="3" name="Content Placeholder 2">
            <a:extLst>
              <a:ext uri="{FF2B5EF4-FFF2-40B4-BE49-F238E27FC236}">
                <a16:creationId xmlns:a16="http://schemas.microsoft.com/office/drawing/2014/main" id="{EF43EF45-3060-CFBC-A9C4-3040D3EF1979}"/>
              </a:ext>
            </a:extLst>
          </p:cNvPr>
          <p:cNvSpPr>
            <a:spLocks noGrp="1"/>
          </p:cNvSpPr>
          <p:nvPr>
            <p:ph idx="1"/>
          </p:nvPr>
        </p:nvSpPr>
        <p:spPr>
          <a:xfrm>
            <a:off x="1069848" y="1114425"/>
            <a:ext cx="10058400" cy="5429251"/>
          </a:xfrm>
        </p:spPr>
        <p:txBody>
          <a:bodyPr>
            <a:normAutofit/>
          </a:bodyPr>
          <a:lstStyle/>
          <a:p>
            <a:pPr>
              <a:buFont typeface="Wingdings" panose="05000000000000000000" pitchFamily="2" charset="2"/>
              <a:buChar char="v"/>
            </a:pPr>
            <a:r>
              <a:rPr lang="en-IN" b="1" i="0" dirty="0">
                <a:solidFill>
                  <a:srgbClr val="273239"/>
                </a:solidFill>
                <a:effectLst/>
                <a:latin typeface="Nunito" pitchFamily="2" charset="0"/>
              </a:rPr>
              <a:t>Round robin</a:t>
            </a:r>
          </a:p>
          <a:p>
            <a:pPr marL="0" indent="0">
              <a:buNone/>
            </a:pPr>
            <a:endParaRPr lang="en-IN" b="1" i="0" dirty="0">
              <a:solidFill>
                <a:srgbClr val="273239"/>
              </a:solidFill>
              <a:effectLst/>
              <a:latin typeface="Nunito" pitchFamily="2" charset="0"/>
            </a:endParaRPr>
          </a:p>
          <a:p>
            <a:pPr marL="0" indent="0" algn="just">
              <a:lnSpc>
                <a:spcPct val="100000"/>
              </a:lnSpc>
              <a:spcBef>
                <a:spcPts val="0"/>
              </a:spcBef>
              <a:buNone/>
            </a:pPr>
            <a:r>
              <a:rPr lang="en-US" dirty="0">
                <a:latin typeface="Calibri" panose="020F0502020204030204" pitchFamily="34" charset="0"/>
                <a:ea typeface="Calibri" panose="020F0502020204030204" pitchFamily="34" charset="0"/>
                <a:cs typeface="Calibri" panose="020F0502020204030204" pitchFamily="34" charset="0"/>
              </a:rPr>
              <a:t>Round Robin is a CPU scheduling algorithm where each process is cyclically assigned a fixed time slot </a:t>
            </a:r>
            <a:r>
              <a:rPr lang="en-US" b="1" dirty="0">
                <a:latin typeface="Calibri" panose="020F0502020204030204" pitchFamily="34" charset="0"/>
                <a:ea typeface="Calibri" panose="020F0502020204030204" pitchFamily="34" charset="0"/>
                <a:cs typeface="Calibri" panose="020F0502020204030204" pitchFamily="34" charset="0"/>
              </a:rPr>
              <a:t>(Time Slice/Time Quantum)</a:t>
            </a:r>
          </a:p>
          <a:p>
            <a:pPr marL="0" indent="0" algn="just">
              <a:lnSpc>
                <a:spcPct val="100000"/>
              </a:lnSpc>
              <a:spcBef>
                <a:spcPts val="0"/>
              </a:spcBef>
              <a:buNone/>
            </a:pPr>
            <a:endParaRPr lang="en-US" b="1" i="0" dirty="0">
              <a:solidFill>
                <a:srgbClr val="273239"/>
              </a:solidFill>
              <a:effectLst/>
              <a:latin typeface="Nunito" pitchFamily="2" charset="0"/>
            </a:endParaRPr>
          </a:p>
          <a:p>
            <a:pPr marL="0" indent="0" algn="l" fontAlgn="base">
              <a:buNone/>
            </a:pPr>
            <a:r>
              <a:rPr lang="en-US"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Advantages of Round robin:</a:t>
            </a:r>
            <a:endPar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l" fontAlgn="base">
              <a:buFont typeface="Arial" panose="020B0604020202020204" pitchFamily="34" charset="0"/>
              <a:buChar char="•"/>
            </a:pP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Round robin seems to be fair as every process gets an equal share of CPU.</a:t>
            </a:r>
          </a:p>
          <a:p>
            <a:pPr algn="l" fontAlgn="base">
              <a:buFont typeface="Arial" panose="020B0604020202020204" pitchFamily="34" charset="0"/>
              <a:buChar char="•"/>
            </a:pP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The newly created process is added to the end of the ready queue.</a:t>
            </a:r>
          </a:p>
          <a:p>
            <a:pPr marL="0" indent="0" algn="l" fontAlgn="base">
              <a:buNone/>
            </a:pPr>
            <a:endParaRPr lang="en-US"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marL="0" indent="0" algn="l" fontAlgn="base">
              <a:buNone/>
            </a:pPr>
            <a:r>
              <a:rPr lang="en-US" b="1" dirty="0">
                <a:solidFill>
                  <a:srgbClr val="273239"/>
                </a:solidFill>
                <a:latin typeface="Calibri" panose="020F0502020204030204" pitchFamily="34" charset="0"/>
                <a:ea typeface="Calibri" panose="020F0502020204030204" pitchFamily="34" charset="0"/>
                <a:cs typeface="Calibri" panose="020F0502020204030204" pitchFamily="34" charset="0"/>
              </a:rPr>
              <a:t>Disadvantage of Round Robin:</a:t>
            </a:r>
          </a:p>
          <a:p>
            <a:pPr algn="l">
              <a:buFont typeface="Arial" panose="020B0604020202020204" pitchFamily="34" charset="0"/>
              <a:buChar char="•"/>
            </a:pPr>
            <a:r>
              <a:rPr lang="en-US" b="0" i="0" dirty="0">
                <a:solidFill>
                  <a:srgbClr val="202124"/>
                </a:solidFill>
                <a:effectLst/>
                <a:latin typeface="Google Sans"/>
              </a:rPr>
              <a:t>Spends more time on context switching.</a:t>
            </a:r>
          </a:p>
          <a:p>
            <a:pPr algn="l">
              <a:buFont typeface="Arial" panose="020B0604020202020204" pitchFamily="34" charset="0"/>
              <a:buChar char="•"/>
            </a:pPr>
            <a:r>
              <a:rPr lang="en-US" b="0" i="0" dirty="0">
                <a:solidFill>
                  <a:srgbClr val="202124"/>
                </a:solidFill>
                <a:effectLst/>
                <a:latin typeface="Google Sans"/>
              </a:rPr>
              <a:t>Performance depends on time quantum.</a:t>
            </a:r>
          </a:p>
          <a:p>
            <a:pPr algn="l">
              <a:buFont typeface="Arial" panose="020B0604020202020204" pitchFamily="34" charset="0"/>
              <a:buChar char="•"/>
            </a:pPr>
            <a:r>
              <a:rPr lang="en-US" b="0" i="0" dirty="0">
                <a:solidFill>
                  <a:srgbClr val="202124"/>
                </a:solidFill>
                <a:effectLst/>
                <a:latin typeface="Google Sans"/>
              </a:rPr>
              <a:t>Processes don't have priorities.</a:t>
            </a:r>
          </a:p>
          <a:p>
            <a:pPr marL="0" indent="0" algn="l" fontAlgn="base">
              <a:buNone/>
            </a:pPr>
            <a:endParaRPr lang="en-US" b="0" i="0" dirty="0">
              <a:solidFill>
                <a:srgbClr val="273239"/>
              </a:solidFill>
              <a:effectLst/>
              <a:latin typeface="Nunito" pitchFamily="2" charset="0"/>
            </a:endParaRPr>
          </a:p>
          <a:p>
            <a:pPr marL="0" indent="0">
              <a:buNone/>
            </a:pP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352847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B7855-9DC5-EC38-2AAA-17B529CB95D3}"/>
              </a:ext>
            </a:extLst>
          </p:cNvPr>
          <p:cNvSpPr>
            <a:spLocks noGrp="1"/>
          </p:cNvSpPr>
          <p:nvPr>
            <p:ph type="title"/>
          </p:nvPr>
        </p:nvSpPr>
        <p:spPr>
          <a:xfrm>
            <a:off x="1069848" y="484632"/>
            <a:ext cx="10058400" cy="486918"/>
          </a:xfrm>
        </p:spPr>
        <p:txBody>
          <a:bodyPr>
            <a:normAutofit fontScale="90000"/>
          </a:bodyPr>
          <a:lstStyle/>
          <a:p>
            <a:r>
              <a:rPr lang="en-IN" dirty="0"/>
              <a:t>CPU SCHEDULING </a:t>
            </a:r>
          </a:p>
        </p:txBody>
      </p:sp>
      <p:sp>
        <p:nvSpPr>
          <p:cNvPr id="3" name="Content Placeholder 2">
            <a:extLst>
              <a:ext uri="{FF2B5EF4-FFF2-40B4-BE49-F238E27FC236}">
                <a16:creationId xmlns:a16="http://schemas.microsoft.com/office/drawing/2014/main" id="{EF43EF45-3060-CFBC-A9C4-3040D3EF1979}"/>
              </a:ext>
            </a:extLst>
          </p:cNvPr>
          <p:cNvSpPr>
            <a:spLocks noGrp="1"/>
          </p:cNvSpPr>
          <p:nvPr>
            <p:ph idx="1"/>
          </p:nvPr>
        </p:nvSpPr>
        <p:spPr>
          <a:xfrm>
            <a:off x="457200" y="1114425"/>
            <a:ext cx="10671048" cy="5429251"/>
          </a:xfrm>
        </p:spPr>
        <p:txBody>
          <a:bodyPr>
            <a:normAutofit/>
          </a:bodyPr>
          <a:lstStyle/>
          <a:p>
            <a:pPr marL="0" indent="0">
              <a:buNone/>
            </a:pPr>
            <a:r>
              <a:rPr lang="en-IN" b="1" i="0" dirty="0">
                <a:solidFill>
                  <a:srgbClr val="273239"/>
                </a:solidFill>
                <a:effectLst/>
                <a:latin typeface="Nunito" pitchFamily="2" charset="0"/>
              </a:rPr>
              <a:t>Example: Round robin</a:t>
            </a:r>
          </a:p>
          <a:p>
            <a:pPr marL="0" indent="0">
              <a:buNone/>
            </a:pPr>
            <a:endParaRPr lang="en-IN" b="1" i="0" dirty="0">
              <a:solidFill>
                <a:srgbClr val="273239"/>
              </a:solidFill>
              <a:effectLst/>
              <a:latin typeface="Nunito" pitchFamily="2" charset="0"/>
            </a:endParaRPr>
          </a:p>
          <a:p>
            <a:pPr marL="0" indent="0" algn="l" fontAlgn="base">
              <a:buNone/>
            </a:pPr>
            <a:endParaRPr lang="en-US" b="0" i="0" dirty="0">
              <a:solidFill>
                <a:srgbClr val="273239"/>
              </a:solidFill>
              <a:effectLst/>
              <a:latin typeface="Nunito" pitchFamily="2" charset="0"/>
            </a:endParaRPr>
          </a:p>
          <a:p>
            <a:pPr marL="0" indent="0">
              <a:buNone/>
            </a:pP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110BEE91-7343-DBA1-0F64-D41AC5B2308F}"/>
              </a:ext>
            </a:extLst>
          </p:cNvPr>
          <p:cNvSpPr txBox="1"/>
          <p:nvPr/>
        </p:nvSpPr>
        <p:spPr>
          <a:xfrm>
            <a:off x="457200" y="1567160"/>
            <a:ext cx="10671048" cy="646331"/>
          </a:xfrm>
          <a:prstGeom prst="rect">
            <a:avLst/>
          </a:prstGeom>
          <a:noFill/>
        </p:spPr>
        <p:txBody>
          <a:bodyPr wrap="square">
            <a:spAutoFit/>
          </a:bodyPr>
          <a:lstStyle/>
          <a:p>
            <a:r>
              <a:rPr lang="en-US" b="0" i="0" dirty="0">
                <a:solidFill>
                  <a:srgbClr val="273239"/>
                </a:solidFill>
                <a:effectLst/>
                <a:latin typeface="Nunito" pitchFamily="2" charset="0"/>
              </a:rPr>
              <a:t>Consider the following table of arrival time and burst time for four processes </a:t>
            </a:r>
            <a:r>
              <a:rPr lang="en-US" b="1" i="0" dirty="0">
                <a:solidFill>
                  <a:srgbClr val="273239"/>
                </a:solidFill>
                <a:effectLst/>
                <a:latin typeface="Nunito" pitchFamily="2" charset="0"/>
              </a:rPr>
              <a:t>P1, P2, P3, and P4 </a:t>
            </a:r>
            <a:r>
              <a:rPr lang="en-US" b="0" i="0" dirty="0">
                <a:solidFill>
                  <a:srgbClr val="273239"/>
                </a:solidFill>
                <a:effectLst/>
                <a:latin typeface="Nunito" pitchFamily="2" charset="0"/>
              </a:rPr>
              <a:t>and given </a:t>
            </a:r>
            <a:r>
              <a:rPr lang="en-US" b="1" i="0" dirty="0">
                <a:solidFill>
                  <a:srgbClr val="273239"/>
                </a:solidFill>
                <a:effectLst/>
                <a:latin typeface="Nunito" pitchFamily="2" charset="0"/>
              </a:rPr>
              <a:t>Time Quantum = 2</a:t>
            </a:r>
            <a:endParaRPr lang="en-IN" dirty="0"/>
          </a:p>
        </p:txBody>
      </p:sp>
      <p:graphicFrame>
        <p:nvGraphicFramePr>
          <p:cNvPr id="6" name="Table 5">
            <a:extLst>
              <a:ext uri="{FF2B5EF4-FFF2-40B4-BE49-F238E27FC236}">
                <a16:creationId xmlns:a16="http://schemas.microsoft.com/office/drawing/2014/main" id="{932BAFC6-C286-4695-A6A5-284EC7B40406}"/>
              </a:ext>
            </a:extLst>
          </p:cNvPr>
          <p:cNvGraphicFramePr>
            <a:graphicFrameLocks noGrp="1"/>
          </p:cNvGraphicFramePr>
          <p:nvPr>
            <p:extLst>
              <p:ext uri="{D42A27DB-BD31-4B8C-83A1-F6EECF244321}">
                <p14:modId xmlns:p14="http://schemas.microsoft.com/office/powerpoint/2010/main" val="2652194086"/>
              </p:ext>
            </p:extLst>
          </p:nvPr>
        </p:nvGraphicFramePr>
        <p:xfrm>
          <a:off x="2265367" y="2411850"/>
          <a:ext cx="6667491" cy="2446020"/>
        </p:xfrm>
        <a:graphic>
          <a:graphicData uri="http://schemas.openxmlformats.org/drawingml/2006/table">
            <a:tbl>
              <a:tblPr/>
              <a:tblGrid>
                <a:gridCol w="2222497">
                  <a:extLst>
                    <a:ext uri="{9D8B030D-6E8A-4147-A177-3AD203B41FA5}">
                      <a16:colId xmlns:a16="http://schemas.microsoft.com/office/drawing/2014/main" val="3582994867"/>
                    </a:ext>
                  </a:extLst>
                </a:gridCol>
                <a:gridCol w="2222497">
                  <a:extLst>
                    <a:ext uri="{9D8B030D-6E8A-4147-A177-3AD203B41FA5}">
                      <a16:colId xmlns:a16="http://schemas.microsoft.com/office/drawing/2014/main" val="654934772"/>
                    </a:ext>
                  </a:extLst>
                </a:gridCol>
                <a:gridCol w="2222497">
                  <a:extLst>
                    <a:ext uri="{9D8B030D-6E8A-4147-A177-3AD203B41FA5}">
                      <a16:colId xmlns:a16="http://schemas.microsoft.com/office/drawing/2014/main" val="1918114748"/>
                    </a:ext>
                  </a:extLst>
                </a:gridCol>
              </a:tblGrid>
              <a:tr h="0">
                <a:tc>
                  <a:txBody>
                    <a:bodyPr/>
                    <a:lstStyle/>
                    <a:p>
                      <a:pPr algn="ctr" fontAlgn="base"/>
                      <a:r>
                        <a:rPr lang="en-IN" sz="1400" b="1">
                          <a:effectLst/>
                        </a:rPr>
                        <a:t>Process</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400" b="1">
                          <a:effectLst/>
                        </a:rPr>
                        <a:t>Burst Time</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400" b="1">
                          <a:effectLst/>
                        </a:rPr>
                        <a:t>Arrival Time</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069678634"/>
                  </a:ext>
                </a:extLst>
              </a:tr>
              <a:tr h="0">
                <a:tc>
                  <a:txBody>
                    <a:bodyPr/>
                    <a:lstStyle/>
                    <a:p>
                      <a:pPr algn="ctr" fontAlgn="ctr"/>
                      <a:r>
                        <a:rPr lang="en-IN" sz="1600" b="0" dirty="0">
                          <a:effectLst/>
                        </a:rPr>
                        <a:t> P1  </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600" b="0">
                          <a:effectLst/>
                        </a:rPr>
                        <a:t> 5 ms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600" b="0">
                          <a:effectLst/>
                        </a:rPr>
                        <a:t>0 ms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08135858"/>
                  </a:ext>
                </a:extLst>
              </a:tr>
              <a:tr h="0">
                <a:tc>
                  <a:txBody>
                    <a:bodyPr/>
                    <a:lstStyle/>
                    <a:p>
                      <a:pPr algn="ctr" fontAlgn="ctr"/>
                      <a:r>
                        <a:rPr lang="en-IN" sz="1600" b="0" dirty="0">
                          <a:effectLst/>
                        </a:rPr>
                        <a:t> P2</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600" b="0" dirty="0">
                          <a:effectLst/>
                        </a:rPr>
                        <a:t> 4 </a:t>
                      </a:r>
                      <a:r>
                        <a:rPr lang="en-IN" sz="1600" b="0" dirty="0" err="1">
                          <a:effectLst/>
                        </a:rPr>
                        <a:t>ms</a:t>
                      </a:r>
                      <a:endParaRPr lang="en-IN" sz="1600" b="0" dirty="0">
                        <a:effectLst/>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600" b="0">
                          <a:effectLst/>
                        </a:rPr>
                        <a:t>1 ms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299922894"/>
                  </a:ext>
                </a:extLst>
              </a:tr>
              <a:tr h="0">
                <a:tc>
                  <a:txBody>
                    <a:bodyPr/>
                    <a:lstStyle/>
                    <a:p>
                      <a:pPr algn="ctr" fontAlgn="ctr"/>
                      <a:r>
                        <a:rPr lang="en-IN" sz="1600" b="0">
                          <a:effectLst/>
                        </a:rPr>
                        <a:t> P3</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600" b="0" dirty="0">
                          <a:effectLst/>
                        </a:rPr>
                        <a:t> 2 </a:t>
                      </a:r>
                      <a:r>
                        <a:rPr lang="en-IN" sz="1600" b="0" dirty="0" err="1">
                          <a:effectLst/>
                        </a:rPr>
                        <a:t>ms</a:t>
                      </a:r>
                      <a:endParaRPr lang="en-IN" sz="1600" b="0" dirty="0">
                        <a:effectLst/>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600" b="0" dirty="0">
                          <a:effectLst/>
                        </a:rPr>
                        <a:t>2 </a:t>
                      </a:r>
                      <a:r>
                        <a:rPr lang="en-IN" sz="1600" b="0" dirty="0" err="1">
                          <a:effectLst/>
                        </a:rPr>
                        <a:t>ms</a:t>
                      </a:r>
                      <a:endParaRPr lang="en-IN" sz="1600" b="0" dirty="0">
                        <a:effectLst/>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240382661"/>
                  </a:ext>
                </a:extLst>
              </a:tr>
              <a:tr h="0">
                <a:tc>
                  <a:txBody>
                    <a:bodyPr/>
                    <a:lstStyle/>
                    <a:p>
                      <a:pPr algn="ctr" fontAlgn="ctr"/>
                      <a:r>
                        <a:rPr lang="en-IN" sz="1600" b="0">
                          <a:effectLst/>
                        </a:rPr>
                        <a:t> P4</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600" b="0">
                          <a:effectLst/>
                        </a:rPr>
                        <a:t> 1 ms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600" b="0" dirty="0">
                          <a:effectLst/>
                        </a:rPr>
                        <a:t>4 </a:t>
                      </a:r>
                      <a:r>
                        <a:rPr lang="en-IN" sz="1600" b="0" dirty="0" err="1">
                          <a:effectLst/>
                        </a:rPr>
                        <a:t>ms</a:t>
                      </a:r>
                      <a:endParaRPr lang="en-IN" sz="1600" b="0" dirty="0">
                        <a:effectLst/>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610490667"/>
                  </a:ext>
                </a:extLst>
              </a:tr>
            </a:tbl>
          </a:graphicData>
        </a:graphic>
      </p:graphicFrame>
    </p:spTree>
    <p:extLst>
      <p:ext uri="{BB962C8B-B14F-4D97-AF65-F5344CB8AC3E}">
        <p14:creationId xmlns:p14="http://schemas.microsoft.com/office/powerpoint/2010/main" val="18725957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B7855-9DC5-EC38-2AAA-17B529CB95D3}"/>
              </a:ext>
            </a:extLst>
          </p:cNvPr>
          <p:cNvSpPr>
            <a:spLocks noGrp="1"/>
          </p:cNvSpPr>
          <p:nvPr>
            <p:ph type="title"/>
          </p:nvPr>
        </p:nvSpPr>
        <p:spPr>
          <a:xfrm>
            <a:off x="1069848" y="484632"/>
            <a:ext cx="10058400" cy="486918"/>
          </a:xfrm>
        </p:spPr>
        <p:txBody>
          <a:bodyPr>
            <a:normAutofit fontScale="90000"/>
          </a:bodyPr>
          <a:lstStyle/>
          <a:p>
            <a:r>
              <a:rPr lang="en-IN" dirty="0"/>
              <a:t>CPU SCHEDULING </a:t>
            </a:r>
          </a:p>
        </p:txBody>
      </p:sp>
      <p:sp>
        <p:nvSpPr>
          <p:cNvPr id="3" name="Content Placeholder 2">
            <a:extLst>
              <a:ext uri="{FF2B5EF4-FFF2-40B4-BE49-F238E27FC236}">
                <a16:creationId xmlns:a16="http://schemas.microsoft.com/office/drawing/2014/main" id="{EF43EF45-3060-CFBC-A9C4-3040D3EF1979}"/>
              </a:ext>
            </a:extLst>
          </p:cNvPr>
          <p:cNvSpPr>
            <a:spLocks noGrp="1"/>
          </p:cNvSpPr>
          <p:nvPr>
            <p:ph idx="1"/>
          </p:nvPr>
        </p:nvSpPr>
        <p:spPr>
          <a:xfrm>
            <a:off x="457199" y="1114425"/>
            <a:ext cx="11572875" cy="5429251"/>
          </a:xfrm>
        </p:spPr>
        <p:txBody>
          <a:bodyPr>
            <a:normAutofit/>
          </a:bodyPr>
          <a:lstStyle/>
          <a:p>
            <a:pPr marL="0" indent="0">
              <a:buNone/>
            </a:pPr>
            <a:r>
              <a:rPr lang="en-IN" b="1" i="0" dirty="0">
                <a:solidFill>
                  <a:srgbClr val="273239"/>
                </a:solidFill>
                <a:effectLst/>
                <a:latin typeface="Nunito" pitchFamily="2" charset="0"/>
              </a:rPr>
              <a:t>Example: Round robin</a:t>
            </a:r>
          </a:p>
          <a:p>
            <a:pPr marL="0" indent="0">
              <a:buNone/>
            </a:pPr>
            <a:endParaRPr lang="en-IN" b="1" i="0" dirty="0">
              <a:solidFill>
                <a:srgbClr val="273239"/>
              </a:solidFill>
              <a:effectLst/>
              <a:latin typeface="Nunito" pitchFamily="2" charset="0"/>
            </a:endParaRPr>
          </a:p>
          <a:p>
            <a:pPr marL="0" indent="0" algn="l" fontAlgn="base">
              <a:buNone/>
            </a:pPr>
            <a:endParaRPr lang="en-US" b="0" i="0" dirty="0">
              <a:solidFill>
                <a:srgbClr val="273239"/>
              </a:solidFill>
              <a:effectLst/>
              <a:latin typeface="Nunito" pitchFamily="2" charset="0"/>
            </a:endParaRPr>
          </a:p>
          <a:p>
            <a:pPr marL="0" indent="0">
              <a:buNone/>
            </a:pP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B50911B-3D5C-934E-DC6C-70133E7582D3}"/>
              </a:ext>
            </a:extLst>
          </p:cNvPr>
          <p:cNvSpPr txBox="1"/>
          <p:nvPr/>
        </p:nvSpPr>
        <p:spPr>
          <a:xfrm>
            <a:off x="457200" y="1546176"/>
            <a:ext cx="11277600" cy="1477328"/>
          </a:xfrm>
          <a:prstGeom prst="rect">
            <a:avLst/>
          </a:prstGeom>
          <a:noFill/>
        </p:spPr>
        <p:txBody>
          <a:bodyPr wrap="square">
            <a:spAutoFit/>
          </a:bodyPr>
          <a:lstStyle/>
          <a:p>
            <a:pPr algn="l" fontAlgn="base">
              <a:buFont typeface="Arial" panose="020B0604020202020204" pitchFamily="34" charset="0"/>
              <a:buChar char="•"/>
            </a:pPr>
            <a:r>
              <a:rPr lang="en-US"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Completion Time:</a:t>
            </a: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Time at which process completes its execution.</a:t>
            </a:r>
          </a:p>
          <a:p>
            <a:pPr algn="l" fontAlgn="base">
              <a:buFont typeface="Arial" panose="020B0604020202020204" pitchFamily="34" charset="0"/>
              <a:buChar char="•"/>
            </a:pPr>
            <a:r>
              <a:rPr lang="en-US"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Turn Around Time:</a:t>
            </a: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Time Difference between completion time and arrival time.</a:t>
            </a:r>
          </a:p>
          <a:p>
            <a:pPr algn="l" fontAlgn="base"/>
            <a:r>
              <a:rPr lang="en-US" dirty="0">
                <a:solidFill>
                  <a:srgbClr val="273239"/>
                </a:solidFill>
                <a:latin typeface="Calibri" panose="020F0502020204030204" pitchFamily="34" charset="0"/>
                <a:ea typeface="Calibri" panose="020F0502020204030204" pitchFamily="34" charset="0"/>
                <a:cs typeface="Calibri" panose="020F0502020204030204" pitchFamily="34" charset="0"/>
              </a:rPr>
              <a:t>                               </a:t>
            </a: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a:t>
            </a:r>
            <a:r>
              <a:rPr lang="en-US"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Turn Around Time = Completion Time – Arrival Time</a:t>
            </a:r>
            <a:endPar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l" fontAlgn="base">
              <a:buFont typeface="Arial" panose="020B0604020202020204" pitchFamily="34" charset="0"/>
              <a:buChar char="•"/>
            </a:pPr>
            <a:r>
              <a:rPr lang="en-US"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Waiting Time(W.T): </a:t>
            </a: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Time Difference between turn around time and burst time. </a:t>
            </a:r>
            <a:b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b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a:t>
            </a:r>
            <a:r>
              <a:rPr lang="en-US"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Waiting Time = Turn Around Time – Burst Time</a:t>
            </a:r>
            <a:endPar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8" name="Table 7">
            <a:extLst>
              <a:ext uri="{FF2B5EF4-FFF2-40B4-BE49-F238E27FC236}">
                <a16:creationId xmlns:a16="http://schemas.microsoft.com/office/drawing/2014/main" id="{BF97E3CB-9B8F-1BB5-9A02-63C79B658DF1}"/>
              </a:ext>
            </a:extLst>
          </p:cNvPr>
          <p:cNvGraphicFramePr>
            <a:graphicFrameLocks noGrp="1"/>
          </p:cNvGraphicFramePr>
          <p:nvPr/>
        </p:nvGraphicFramePr>
        <p:xfrm>
          <a:off x="2765416" y="3030220"/>
          <a:ext cx="6667518" cy="2232660"/>
        </p:xfrm>
        <a:graphic>
          <a:graphicData uri="http://schemas.openxmlformats.org/drawingml/2006/table">
            <a:tbl>
              <a:tblPr/>
              <a:tblGrid>
                <a:gridCol w="1111253">
                  <a:extLst>
                    <a:ext uri="{9D8B030D-6E8A-4147-A177-3AD203B41FA5}">
                      <a16:colId xmlns:a16="http://schemas.microsoft.com/office/drawing/2014/main" val="16407009"/>
                    </a:ext>
                  </a:extLst>
                </a:gridCol>
                <a:gridCol w="1111253">
                  <a:extLst>
                    <a:ext uri="{9D8B030D-6E8A-4147-A177-3AD203B41FA5}">
                      <a16:colId xmlns:a16="http://schemas.microsoft.com/office/drawing/2014/main" val="3159113733"/>
                    </a:ext>
                  </a:extLst>
                </a:gridCol>
                <a:gridCol w="1111253">
                  <a:extLst>
                    <a:ext uri="{9D8B030D-6E8A-4147-A177-3AD203B41FA5}">
                      <a16:colId xmlns:a16="http://schemas.microsoft.com/office/drawing/2014/main" val="293085355"/>
                    </a:ext>
                  </a:extLst>
                </a:gridCol>
                <a:gridCol w="1111253">
                  <a:extLst>
                    <a:ext uri="{9D8B030D-6E8A-4147-A177-3AD203B41FA5}">
                      <a16:colId xmlns:a16="http://schemas.microsoft.com/office/drawing/2014/main" val="828189228"/>
                    </a:ext>
                  </a:extLst>
                </a:gridCol>
                <a:gridCol w="1111253">
                  <a:extLst>
                    <a:ext uri="{9D8B030D-6E8A-4147-A177-3AD203B41FA5}">
                      <a16:colId xmlns:a16="http://schemas.microsoft.com/office/drawing/2014/main" val="2359579962"/>
                    </a:ext>
                  </a:extLst>
                </a:gridCol>
                <a:gridCol w="1111253">
                  <a:extLst>
                    <a:ext uri="{9D8B030D-6E8A-4147-A177-3AD203B41FA5}">
                      <a16:colId xmlns:a16="http://schemas.microsoft.com/office/drawing/2014/main" val="526524970"/>
                    </a:ext>
                  </a:extLst>
                </a:gridCol>
              </a:tblGrid>
              <a:tr h="0">
                <a:tc>
                  <a:txBody>
                    <a:bodyPr/>
                    <a:lstStyle/>
                    <a:p>
                      <a:pPr algn="ctr" fontAlgn="base"/>
                      <a:r>
                        <a:rPr lang="en-IN" sz="1400" b="1">
                          <a:effectLst/>
                        </a:rPr>
                        <a:t>Processes</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400" b="1">
                          <a:effectLst/>
                        </a:rPr>
                        <a:t>AT</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400" b="1">
                          <a:effectLst/>
                        </a:rPr>
                        <a:t>BT</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400" b="1">
                          <a:effectLst/>
                        </a:rPr>
                        <a:t>CT</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400" b="1">
                          <a:effectLst/>
                        </a:rPr>
                        <a:t>TAT</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400" b="1">
                          <a:effectLst/>
                        </a:rPr>
                        <a:t>WT</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832889605"/>
                  </a:ext>
                </a:extLst>
              </a:tr>
              <a:tr h="0">
                <a:tc>
                  <a:txBody>
                    <a:bodyPr/>
                    <a:lstStyle/>
                    <a:p>
                      <a:pPr algn="ctr" fontAlgn="ctr"/>
                      <a:r>
                        <a:rPr lang="en-IN" sz="1250" b="0">
                          <a:effectLst/>
                        </a:rPr>
                        <a:t>P1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5</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12</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12-0 = 12</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12-5 = 7</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28893968"/>
                  </a:ext>
                </a:extLst>
              </a:tr>
              <a:tr h="0">
                <a:tc>
                  <a:txBody>
                    <a:bodyPr/>
                    <a:lstStyle/>
                    <a:p>
                      <a:pPr algn="ctr" fontAlgn="ctr"/>
                      <a:r>
                        <a:rPr lang="en-IN" sz="1250" b="0">
                          <a:effectLst/>
                        </a:rPr>
                        <a:t>P2</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4</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11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11-1 = 10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10-4 = 6</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917751741"/>
                  </a:ext>
                </a:extLst>
              </a:tr>
              <a:tr h="0">
                <a:tc>
                  <a:txBody>
                    <a:bodyPr/>
                    <a:lstStyle/>
                    <a:p>
                      <a:pPr algn="ctr" fontAlgn="ctr"/>
                      <a:r>
                        <a:rPr lang="en-IN" sz="1250" b="0">
                          <a:effectLst/>
                        </a:rPr>
                        <a:t>P3</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2</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2</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6</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6-2 = 4</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4-2 = 2</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552498429"/>
                  </a:ext>
                </a:extLst>
              </a:tr>
              <a:tr h="0">
                <a:tc>
                  <a:txBody>
                    <a:bodyPr/>
                    <a:lstStyle/>
                    <a:p>
                      <a:pPr algn="ctr" fontAlgn="ctr"/>
                      <a:r>
                        <a:rPr lang="en-IN" sz="1250" b="0">
                          <a:effectLst/>
                        </a:rPr>
                        <a:t>P4</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4</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9</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9-4 = 5</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dirty="0">
                          <a:effectLst/>
                        </a:rPr>
                        <a:t>5-1 = 4</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169013216"/>
                  </a:ext>
                </a:extLst>
              </a:tr>
            </a:tbl>
          </a:graphicData>
        </a:graphic>
      </p:graphicFrame>
      <p:sp>
        <p:nvSpPr>
          <p:cNvPr id="10" name="TextBox 9">
            <a:extLst>
              <a:ext uri="{FF2B5EF4-FFF2-40B4-BE49-F238E27FC236}">
                <a16:creationId xmlns:a16="http://schemas.microsoft.com/office/drawing/2014/main" id="{E10D3058-0BEA-0A63-8A7A-07D11CB41730}"/>
              </a:ext>
            </a:extLst>
          </p:cNvPr>
          <p:cNvSpPr txBox="1"/>
          <p:nvPr/>
        </p:nvSpPr>
        <p:spPr>
          <a:xfrm>
            <a:off x="800100" y="5501742"/>
            <a:ext cx="10558463" cy="646331"/>
          </a:xfrm>
          <a:prstGeom prst="rect">
            <a:avLst/>
          </a:prstGeom>
          <a:noFill/>
        </p:spPr>
        <p:txBody>
          <a:bodyPr wrap="square">
            <a:spAutoFit/>
          </a:bodyPr>
          <a:lstStyle/>
          <a:p>
            <a:pPr algn="l" fontAlgn="base">
              <a:buFont typeface="Arial" panose="020B0604020202020204" pitchFamily="34" charset="0"/>
              <a:buChar char="•"/>
            </a:pPr>
            <a:r>
              <a:rPr lang="en-US" b="1" i="1" dirty="0">
                <a:solidFill>
                  <a:srgbClr val="273239"/>
                </a:solidFill>
                <a:effectLst/>
                <a:latin typeface="Nunito" pitchFamily="2" charset="0"/>
              </a:rPr>
              <a:t>Average Turn around time</a:t>
            </a:r>
            <a:r>
              <a:rPr lang="en-US" b="0" i="1" dirty="0">
                <a:solidFill>
                  <a:srgbClr val="273239"/>
                </a:solidFill>
                <a:effectLst/>
                <a:latin typeface="Nunito" pitchFamily="2" charset="0"/>
              </a:rPr>
              <a:t> = (12 + 10 + 4 + 5)/4 = 31/4 = 7.7</a:t>
            </a:r>
          </a:p>
          <a:p>
            <a:pPr algn="l" fontAlgn="base">
              <a:buFont typeface="Arial" panose="020B0604020202020204" pitchFamily="34" charset="0"/>
              <a:buChar char="•"/>
            </a:pPr>
            <a:r>
              <a:rPr lang="en-US" b="1" i="1" dirty="0">
                <a:solidFill>
                  <a:srgbClr val="273239"/>
                </a:solidFill>
                <a:effectLst/>
                <a:latin typeface="Nunito" pitchFamily="2" charset="0"/>
              </a:rPr>
              <a:t>Average waiting time</a:t>
            </a:r>
            <a:r>
              <a:rPr lang="en-US" b="0" i="1" dirty="0">
                <a:solidFill>
                  <a:srgbClr val="273239"/>
                </a:solidFill>
                <a:effectLst/>
                <a:latin typeface="Nunito" pitchFamily="2" charset="0"/>
              </a:rPr>
              <a:t> = (7 + 6 + 2 + 4)/4 = 19/4 = 4.7</a:t>
            </a:r>
          </a:p>
        </p:txBody>
      </p:sp>
    </p:spTree>
    <p:extLst>
      <p:ext uri="{BB962C8B-B14F-4D97-AF65-F5344CB8AC3E}">
        <p14:creationId xmlns:p14="http://schemas.microsoft.com/office/powerpoint/2010/main" val="40815642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26A31-87BA-BD62-DA05-A086EA86FD54}"/>
              </a:ext>
            </a:extLst>
          </p:cNvPr>
          <p:cNvSpPr>
            <a:spLocks noGrp="1"/>
          </p:cNvSpPr>
          <p:nvPr>
            <p:ph type="title"/>
          </p:nvPr>
        </p:nvSpPr>
        <p:spPr>
          <a:xfrm>
            <a:off x="1016000" y="2167467"/>
            <a:ext cx="10244667" cy="1828799"/>
          </a:xfrm>
        </p:spPr>
        <p:txBody>
          <a:bodyPr>
            <a:normAutofit/>
          </a:bodyPr>
          <a:lstStyle/>
          <a:p>
            <a:r>
              <a:rPr lang="en-IN" dirty="0"/>
              <a:t>          Process Management</a:t>
            </a:r>
            <a:br>
              <a:rPr lang="en-IN" dirty="0"/>
            </a:br>
            <a:r>
              <a:rPr lang="en-IN" dirty="0"/>
              <a:t>  INTER PROCESS COMMUNICATION (IPC)  </a:t>
            </a:r>
            <a:endParaRPr lang="en-IN" sz="2200" dirty="0"/>
          </a:p>
        </p:txBody>
      </p:sp>
    </p:spTree>
    <p:extLst>
      <p:ext uri="{BB962C8B-B14F-4D97-AF65-F5344CB8AC3E}">
        <p14:creationId xmlns:p14="http://schemas.microsoft.com/office/powerpoint/2010/main" val="36026322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26A31-87BA-BD62-DA05-A086EA86FD54}"/>
              </a:ext>
            </a:extLst>
          </p:cNvPr>
          <p:cNvSpPr>
            <a:spLocks noGrp="1"/>
          </p:cNvSpPr>
          <p:nvPr>
            <p:ph type="title"/>
          </p:nvPr>
        </p:nvSpPr>
        <p:spPr>
          <a:xfrm>
            <a:off x="838200" y="276000"/>
            <a:ext cx="10515600" cy="850672"/>
          </a:xfrm>
        </p:spPr>
        <p:txBody>
          <a:bodyPr/>
          <a:lstStyle/>
          <a:p>
            <a:r>
              <a:rPr lang="en-IN" dirty="0"/>
              <a:t>IPC </a:t>
            </a:r>
          </a:p>
        </p:txBody>
      </p:sp>
      <p:sp>
        <p:nvSpPr>
          <p:cNvPr id="3" name="Content Placeholder 2">
            <a:extLst>
              <a:ext uri="{FF2B5EF4-FFF2-40B4-BE49-F238E27FC236}">
                <a16:creationId xmlns:a16="http://schemas.microsoft.com/office/drawing/2014/main" id="{36E516A9-C9BC-5F71-4591-F7580DF2184D}"/>
              </a:ext>
            </a:extLst>
          </p:cNvPr>
          <p:cNvSpPr>
            <a:spLocks noGrp="1"/>
          </p:cNvSpPr>
          <p:nvPr>
            <p:ph idx="1"/>
          </p:nvPr>
        </p:nvSpPr>
        <p:spPr>
          <a:xfrm>
            <a:off x="838200" y="1126672"/>
            <a:ext cx="10820400" cy="5366203"/>
          </a:xfrm>
        </p:spPr>
        <p:txBody>
          <a:bodyPr>
            <a:normAutofit/>
          </a:bodyPr>
          <a:lstStyle/>
          <a:p>
            <a:pPr marL="0" indent="0" algn="just">
              <a:buNone/>
            </a:pPr>
            <a:r>
              <a:rPr lang="en-US" sz="100" b="1" dirty="0">
                <a:solidFill>
                  <a:srgbClr val="273239"/>
                </a:solidFill>
              </a:rPr>
              <a:t>Ty</a:t>
            </a:r>
          </a:p>
          <a:p>
            <a:pPr marL="0" indent="0" algn="just">
              <a:buNone/>
            </a:pPr>
            <a:r>
              <a:rPr lang="en-US" sz="2400" b="0" i="0" dirty="0">
                <a:effectLst/>
                <a:latin typeface="Calibri" panose="020F0502020204030204" pitchFamily="34" charset="0"/>
                <a:ea typeface="Calibri" panose="020F0502020204030204" pitchFamily="34" charset="0"/>
                <a:cs typeface="Calibri" panose="020F0502020204030204" pitchFamily="34" charset="0"/>
              </a:rPr>
              <a:t>A system can have two types of processes i.e. independent or cooperating. Cooperating processes affect each other and may share data and information among themselves.</a:t>
            </a:r>
          </a:p>
          <a:p>
            <a:pPr marL="0" indent="0" algn="just">
              <a:buNone/>
            </a:pPr>
            <a:br>
              <a:rPr lang="en-US" sz="2400" dirty="0">
                <a:latin typeface="Calibri" panose="020F0502020204030204" pitchFamily="34" charset="0"/>
                <a:ea typeface="Calibri" panose="020F0502020204030204" pitchFamily="34" charset="0"/>
                <a:cs typeface="Calibri" panose="020F0502020204030204" pitchFamily="34" charset="0"/>
              </a:rPr>
            </a:br>
            <a:r>
              <a:rPr lang="en-US" sz="2400" b="0" i="0" dirty="0">
                <a:effectLst/>
                <a:latin typeface="Calibri" panose="020F0502020204030204" pitchFamily="34" charset="0"/>
                <a:ea typeface="Calibri" panose="020F0502020204030204" pitchFamily="34" charset="0"/>
                <a:cs typeface="Calibri" panose="020F0502020204030204" pitchFamily="34" charset="0"/>
              </a:rPr>
              <a:t>Inter-Process Communication or IPC provides a mechanism to exchange data and information across multiple processes, which might be on single or multiple computers connected by a network. This is essential for many tasks, such as:</a:t>
            </a:r>
          </a:p>
          <a:p>
            <a:pPr algn="just">
              <a:buFont typeface="Arial" panose="020B0604020202020204" pitchFamily="34" charset="0"/>
              <a:buChar char="•"/>
            </a:pPr>
            <a:r>
              <a:rPr lang="en-US" sz="2400" b="0" i="0" dirty="0">
                <a:effectLst/>
                <a:latin typeface="Calibri" panose="020F0502020204030204" pitchFamily="34" charset="0"/>
                <a:ea typeface="Calibri" panose="020F0502020204030204" pitchFamily="34" charset="0"/>
                <a:cs typeface="Calibri" panose="020F0502020204030204" pitchFamily="34" charset="0"/>
              </a:rPr>
              <a:t>Sharing data</a:t>
            </a:r>
          </a:p>
          <a:p>
            <a:pPr algn="just">
              <a:buFont typeface="Arial" panose="020B0604020202020204" pitchFamily="34" charset="0"/>
              <a:buChar char="•"/>
            </a:pPr>
            <a:r>
              <a:rPr lang="en-US" sz="2400" b="0" i="0" dirty="0">
                <a:effectLst/>
                <a:latin typeface="Calibri" panose="020F0502020204030204" pitchFamily="34" charset="0"/>
                <a:ea typeface="Calibri" panose="020F0502020204030204" pitchFamily="34" charset="0"/>
                <a:cs typeface="Calibri" panose="020F0502020204030204" pitchFamily="34" charset="0"/>
              </a:rPr>
              <a:t>Coordinating activities</a:t>
            </a:r>
          </a:p>
          <a:p>
            <a:pPr algn="just">
              <a:buFont typeface="Arial" panose="020B0604020202020204" pitchFamily="34" charset="0"/>
              <a:buChar char="•"/>
            </a:pPr>
            <a:r>
              <a:rPr lang="en-US" sz="2400" b="0" i="0" dirty="0">
                <a:effectLst/>
                <a:latin typeface="Calibri" panose="020F0502020204030204" pitchFamily="34" charset="0"/>
                <a:ea typeface="Calibri" panose="020F0502020204030204" pitchFamily="34" charset="0"/>
                <a:cs typeface="Calibri" panose="020F0502020204030204" pitchFamily="34" charset="0"/>
              </a:rPr>
              <a:t>Managing resources</a:t>
            </a:r>
          </a:p>
          <a:p>
            <a:pPr algn="just">
              <a:buFont typeface="Arial" panose="020B0604020202020204" pitchFamily="34" charset="0"/>
              <a:buChar char="•"/>
            </a:pPr>
            <a:r>
              <a:rPr lang="en-US" sz="2400" b="0" i="0" dirty="0">
                <a:effectLst/>
                <a:latin typeface="Calibri" panose="020F0502020204030204" pitchFamily="34" charset="0"/>
                <a:ea typeface="Calibri" panose="020F0502020204030204" pitchFamily="34" charset="0"/>
                <a:cs typeface="Calibri" panose="020F0502020204030204" pitchFamily="34" charset="0"/>
              </a:rPr>
              <a:t>Achieving modularity</a:t>
            </a:r>
          </a:p>
          <a:p>
            <a:endParaRPr lang="en-US" sz="2400" b="1"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marL="0" indent="0" algn="just">
              <a:buNone/>
            </a:pPr>
            <a:endParaRPr lang="en-US" b="1" dirty="0">
              <a:solidFill>
                <a:srgbClr val="273239"/>
              </a:solidFill>
            </a:endParaRPr>
          </a:p>
        </p:txBody>
      </p:sp>
    </p:spTree>
    <p:extLst>
      <p:ext uri="{BB962C8B-B14F-4D97-AF65-F5344CB8AC3E}">
        <p14:creationId xmlns:p14="http://schemas.microsoft.com/office/powerpoint/2010/main" val="31406654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5BA1D-89FB-1805-4E3D-C3B132FA9527}"/>
              </a:ext>
            </a:extLst>
          </p:cNvPr>
          <p:cNvSpPr>
            <a:spLocks noGrp="1"/>
          </p:cNvSpPr>
          <p:nvPr>
            <p:ph type="title"/>
          </p:nvPr>
        </p:nvSpPr>
        <p:spPr>
          <a:xfrm>
            <a:off x="1069848" y="484632"/>
            <a:ext cx="10058400" cy="935954"/>
          </a:xfrm>
        </p:spPr>
        <p:txBody>
          <a:bodyPr>
            <a:normAutofit/>
          </a:bodyPr>
          <a:lstStyle/>
          <a:p>
            <a:r>
              <a:rPr lang="en-IN" sz="3600" dirty="0"/>
              <a:t>Approaches FOR INTER PROCESS COMMUNICATION</a:t>
            </a:r>
          </a:p>
        </p:txBody>
      </p:sp>
      <p:sp>
        <p:nvSpPr>
          <p:cNvPr id="6" name="AutoShape 2" descr="approaches for inter process communication.">
            <a:extLst>
              <a:ext uri="{FF2B5EF4-FFF2-40B4-BE49-F238E27FC236}">
                <a16:creationId xmlns:a16="http://schemas.microsoft.com/office/drawing/2014/main" id="{CA63C159-DA25-3DEB-DEA3-662AC9EC4E3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approaches for inter process communication.">
            <a:extLst>
              <a:ext uri="{FF2B5EF4-FFF2-40B4-BE49-F238E27FC236}">
                <a16:creationId xmlns:a16="http://schemas.microsoft.com/office/drawing/2014/main" id="{F5464E14-EF65-1A05-D6E4-E572FBA9F20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TextBox 9">
            <a:extLst>
              <a:ext uri="{FF2B5EF4-FFF2-40B4-BE49-F238E27FC236}">
                <a16:creationId xmlns:a16="http://schemas.microsoft.com/office/drawing/2014/main" id="{D75C6D2D-7C37-9924-A418-BE44A2606A93}"/>
              </a:ext>
            </a:extLst>
          </p:cNvPr>
          <p:cNvSpPr txBox="1"/>
          <p:nvPr/>
        </p:nvSpPr>
        <p:spPr>
          <a:xfrm>
            <a:off x="1271589" y="1671638"/>
            <a:ext cx="3262312" cy="3693319"/>
          </a:xfrm>
          <a:prstGeom prst="rect">
            <a:avLst/>
          </a:prstGeom>
          <a:noFill/>
        </p:spPr>
        <p:txBody>
          <a:bodyPr wrap="square" rtlCol="0">
            <a:spAutoFit/>
          </a:bodyPr>
          <a:lstStyle/>
          <a:p>
            <a:pPr marL="285750" indent="-285750">
              <a:buFont typeface="Wingdings" panose="05000000000000000000" pitchFamily="2" charset="2"/>
              <a:buChar char="v"/>
            </a:pPr>
            <a:r>
              <a:rPr lang="en-IN" dirty="0">
                <a:latin typeface="Calibri" panose="020F0502020204030204" pitchFamily="34" charset="0"/>
                <a:ea typeface="Calibri" panose="020F0502020204030204" pitchFamily="34" charset="0"/>
                <a:cs typeface="Calibri" panose="020F0502020204030204" pitchFamily="34" charset="0"/>
              </a:rPr>
              <a:t>SHARED MEMORY </a:t>
            </a:r>
          </a:p>
          <a:p>
            <a:pPr marL="285750" indent="-285750">
              <a:buFont typeface="Wingdings" panose="05000000000000000000" pitchFamily="2" charset="2"/>
              <a:buChar char="v"/>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v"/>
            </a:pPr>
            <a:r>
              <a:rPr lang="en-IN" dirty="0">
                <a:latin typeface="Calibri" panose="020F0502020204030204" pitchFamily="34" charset="0"/>
                <a:ea typeface="Calibri" panose="020F0502020204030204" pitchFamily="34" charset="0"/>
                <a:cs typeface="Calibri" panose="020F0502020204030204" pitchFamily="34" charset="0"/>
              </a:rPr>
              <a:t>MESSAGE QUEUE</a:t>
            </a:r>
          </a:p>
          <a:p>
            <a:pPr marL="285750" indent="-285750">
              <a:buFont typeface="Wingdings" panose="05000000000000000000" pitchFamily="2" charset="2"/>
              <a:buChar char="v"/>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v"/>
            </a:pPr>
            <a:r>
              <a:rPr lang="en-IN" dirty="0">
                <a:latin typeface="Calibri" panose="020F0502020204030204" pitchFamily="34" charset="0"/>
                <a:ea typeface="Calibri" panose="020F0502020204030204" pitchFamily="34" charset="0"/>
                <a:cs typeface="Calibri" panose="020F0502020204030204" pitchFamily="34" charset="0"/>
              </a:rPr>
              <a:t>MESSAGE PASSING</a:t>
            </a:r>
          </a:p>
          <a:p>
            <a:pPr marL="285750" indent="-285750">
              <a:buFont typeface="Wingdings" panose="05000000000000000000" pitchFamily="2" charset="2"/>
              <a:buChar char="v"/>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v"/>
            </a:pPr>
            <a:r>
              <a:rPr lang="en-IN" dirty="0">
                <a:latin typeface="Calibri" panose="020F0502020204030204" pitchFamily="34" charset="0"/>
                <a:ea typeface="Calibri" panose="020F0502020204030204" pitchFamily="34" charset="0"/>
                <a:cs typeface="Calibri" panose="020F0502020204030204" pitchFamily="34" charset="0"/>
              </a:rPr>
              <a:t>DIRECT COMMUNICATION</a:t>
            </a:r>
          </a:p>
          <a:p>
            <a:pPr marL="285750" indent="-285750">
              <a:buFont typeface="Wingdings" panose="05000000000000000000" pitchFamily="2" charset="2"/>
              <a:buChar char="v"/>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v"/>
            </a:pPr>
            <a:r>
              <a:rPr lang="en-IN" dirty="0">
                <a:latin typeface="Calibri" panose="020F0502020204030204" pitchFamily="34" charset="0"/>
                <a:ea typeface="Calibri" panose="020F0502020204030204" pitchFamily="34" charset="0"/>
                <a:cs typeface="Calibri" panose="020F0502020204030204" pitchFamily="34" charset="0"/>
              </a:rPr>
              <a:t>INDIRECT COMMUNICATION</a:t>
            </a:r>
            <a:br>
              <a:rPr lang="en-IN" dirty="0">
                <a:latin typeface="Calibri" panose="020F0502020204030204" pitchFamily="34" charset="0"/>
                <a:ea typeface="Calibri" panose="020F0502020204030204" pitchFamily="34" charset="0"/>
                <a:cs typeface="Calibri" panose="020F0502020204030204" pitchFamily="34" charset="0"/>
              </a:rPr>
            </a:b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v"/>
            </a:pPr>
            <a:r>
              <a:rPr lang="en-IN" dirty="0">
                <a:latin typeface="Calibri" panose="020F0502020204030204" pitchFamily="34" charset="0"/>
                <a:ea typeface="Calibri" panose="020F0502020204030204" pitchFamily="34" charset="0"/>
                <a:cs typeface="Calibri" panose="020F0502020204030204" pitchFamily="34" charset="0"/>
              </a:rPr>
              <a:t>PIPES </a:t>
            </a:r>
          </a:p>
          <a:p>
            <a:pPr marL="285750" indent="-285750">
              <a:buFont typeface="Wingdings" panose="05000000000000000000" pitchFamily="2" charset="2"/>
              <a:buChar char="v"/>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v"/>
            </a:pPr>
            <a:r>
              <a:rPr lang="en-IN" dirty="0">
                <a:latin typeface="Calibri" panose="020F0502020204030204" pitchFamily="34" charset="0"/>
                <a:ea typeface="Calibri" panose="020F0502020204030204" pitchFamily="34" charset="0"/>
                <a:cs typeface="Calibri" panose="020F0502020204030204" pitchFamily="34" charset="0"/>
              </a:rPr>
              <a:t>FIFO</a:t>
            </a:r>
          </a:p>
        </p:txBody>
      </p:sp>
      <p:sp>
        <p:nvSpPr>
          <p:cNvPr id="11" name="TextBox 10">
            <a:extLst>
              <a:ext uri="{FF2B5EF4-FFF2-40B4-BE49-F238E27FC236}">
                <a16:creationId xmlns:a16="http://schemas.microsoft.com/office/drawing/2014/main" id="{0597AC9F-3E12-3756-E0E1-8C3138C9010A}"/>
              </a:ext>
            </a:extLst>
          </p:cNvPr>
          <p:cNvSpPr txBox="1"/>
          <p:nvPr/>
        </p:nvSpPr>
        <p:spPr>
          <a:xfrm>
            <a:off x="4686300" y="1671638"/>
            <a:ext cx="7215188" cy="3970318"/>
          </a:xfrm>
          <a:prstGeom prst="rect">
            <a:avLst/>
          </a:prstGeom>
          <a:noFill/>
          <a:ln w="38100">
            <a:solidFill>
              <a:schemeClr val="tx1"/>
            </a:solidFill>
          </a:ln>
        </p:spPr>
        <p:txBody>
          <a:bodyPr wrap="square" rtlCol="0">
            <a:spAutoFit/>
          </a:bodyPr>
          <a:lstStyle/>
          <a:p>
            <a:pPr algn="l" fontAlgn="base"/>
            <a:r>
              <a:rPr lang="en-US" b="1" i="0" dirty="0">
                <a:solidFill>
                  <a:srgbClr val="273239"/>
                </a:solidFill>
                <a:effectLst/>
                <a:latin typeface="Nunito" pitchFamily="2" charset="0"/>
              </a:rPr>
              <a:t>Examples of IPC systems</a:t>
            </a:r>
            <a:r>
              <a:rPr lang="en-US" b="0" i="0" dirty="0">
                <a:solidFill>
                  <a:srgbClr val="273239"/>
                </a:solidFill>
                <a:effectLst/>
                <a:latin typeface="Nunito" pitchFamily="2" charset="0"/>
              </a:rPr>
              <a:t> </a:t>
            </a:r>
            <a:br>
              <a:rPr lang="en-US" b="0" i="0" dirty="0">
                <a:solidFill>
                  <a:srgbClr val="273239"/>
                </a:solidFill>
                <a:effectLst/>
                <a:latin typeface="Nunito" pitchFamily="2" charset="0"/>
              </a:rPr>
            </a:br>
            <a:r>
              <a:rPr lang="en-US" b="0" i="0" dirty="0">
                <a:solidFill>
                  <a:srgbClr val="273239"/>
                </a:solidFill>
                <a:effectLst/>
                <a:latin typeface="Nunito" pitchFamily="2" charset="0"/>
              </a:rPr>
              <a:t> </a:t>
            </a:r>
          </a:p>
          <a:p>
            <a:pPr algn="l" fontAlgn="base">
              <a:buFont typeface="+mj-lt"/>
              <a:buAutoNum type="arabicPeriod"/>
            </a:pPr>
            <a:r>
              <a:rPr lang="en-US" b="0" i="0" dirty="0">
                <a:solidFill>
                  <a:srgbClr val="273239"/>
                </a:solidFill>
                <a:effectLst/>
                <a:latin typeface="Nunito" pitchFamily="2" charset="0"/>
              </a:rPr>
              <a:t> Posix: uses shared memory method.</a:t>
            </a:r>
          </a:p>
          <a:p>
            <a:pPr algn="l" fontAlgn="base">
              <a:buFont typeface="+mj-lt"/>
              <a:buAutoNum type="arabicPeriod"/>
            </a:pPr>
            <a:r>
              <a:rPr lang="en-US" b="0" i="0" dirty="0">
                <a:solidFill>
                  <a:srgbClr val="273239"/>
                </a:solidFill>
                <a:effectLst/>
                <a:latin typeface="Nunito" pitchFamily="2" charset="0"/>
              </a:rPr>
              <a:t> Mach : uses message passing</a:t>
            </a:r>
          </a:p>
          <a:p>
            <a:pPr algn="l" fontAlgn="base">
              <a:buFont typeface="+mj-lt"/>
              <a:buAutoNum type="arabicPeriod"/>
            </a:pPr>
            <a:r>
              <a:rPr lang="en-US" b="0" i="0" dirty="0">
                <a:solidFill>
                  <a:srgbClr val="273239"/>
                </a:solidFill>
                <a:effectLst/>
                <a:latin typeface="Nunito" pitchFamily="2" charset="0"/>
              </a:rPr>
              <a:t> Windows XP : uses message passing using local procedural calls</a:t>
            </a:r>
          </a:p>
          <a:p>
            <a:pPr algn="l" fontAlgn="base"/>
            <a:endParaRPr lang="en-US" b="1" i="0" dirty="0">
              <a:solidFill>
                <a:srgbClr val="273239"/>
              </a:solidFill>
              <a:effectLst/>
              <a:latin typeface="Nunito" pitchFamily="2" charset="0"/>
            </a:endParaRPr>
          </a:p>
          <a:p>
            <a:pPr algn="l" fontAlgn="base"/>
            <a:r>
              <a:rPr lang="en-US" b="1" i="0" dirty="0">
                <a:solidFill>
                  <a:srgbClr val="273239"/>
                </a:solidFill>
                <a:effectLst/>
                <a:latin typeface="Nunito" pitchFamily="2" charset="0"/>
              </a:rPr>
              <a:t>Communication in client/server Architecture:</a:t>
            </a:r>
            <a:br>
              <a:rPr lang="en-US" b="0" i="0" dirty="0">
                <a:solidFill>
                  <a:srgbClr val="273239"/>
                </a:solidFill>
                <a:effectLst/>
                <a:latin typeface="Nunito" pitchFamily="2" charset="0"/>
              </a:rPr>
            </a:br>
            <a:endParaRPr lang="en-US" b="0" i="0" dirty="0">
              <a:solidFill>
                <a:srgbClr val="273239"/>
              </a:solidFill>
              <a:effectLst/>
              <a:latin typeface="Nunito" pitchFamily="2" charset="0"/>
            </a:endParaRPr>
          </a:p>
          <a:p>
            <a:pPr algn="l" fontAlgn="base"/>
            <a:r>
              <a:rPr lang="en-US" b="0" i="0" dirty="0">
                <a:solidFill>
                  <a:srgbClr val="273239"/>
                </a:solidFill>
                <a:effectLst/>
                <a:latin typeface="Nunito" pitchFamily="2" charset="0"/>
              </a:rPr>
              <a:t>There are various mechanism: </a:t>
            </a:r>
            <a:br>
              <a:rPr lang="en-US" b="0" i="0" dirty="0">
                <a:solidFill>
                  <a:srgbClr val="273239"/>
                </a:solidFill>
                <a:effectLst/>
                <a:latin typeface="Nunito" pitchFamily="2" charset="0"/>
              </a:rPr>
            </a:br>
            <a:r>
              <a:rPr lang="en-US" b="0" i="0" dirty="0">
                <a:solidFill>
                  <a:srgbClr val="273239"/>
                </a:solidFill>
                <a:effectLst/>
                <a:latin typeface="Nunito" pitchFamily="2" charset="0"/>
              </a:rPr>
              <a:t> </a:t>
            </a:r>
          </a:p>
          <a:p>
            <a:pPr algn="l" fontAlgn="base">
              <a:buFont typeface="Arial" panose="020B0604020202020204" pitchFamily="34" charset="0"/>
              <a:buChar char="•"/>
            </a:pPr>
            <a:r>
              <a:rPr lang="en-US" b="0" i="0" dirty="0">
                <a:solidFill>
                  <a:srgbClr val="273239"/>
                </a:solidFill>
                <a:effectLst/>
                <a:latin typeface="Nunito" pitchFamily="2" charset="0"/>
              </a:rPr>
              <a:t>Pipe</a:t>
            </a:r>
          </a:p>
          <a:p>
            <a:pPr algn="l" fontAlgn="base">
              <a:buFont typeface="Arial" panose="020B0604020202020204" pitchFamily="34" charset="0"/>
              <a:buChar char="•"/>
            </a:pPr>
            <a:r>
              <a:rPr lang="en-US" b="0" i="0" dirty="0">
                <a:solidFill>
                  <a:srgbClr val="273239"/>
                </a:solidFill>
                <a:effectLst/>
                <a:latin typeface="Nunito" pitchFamily="2" charset="0"/>
              </a:rPr>
              <a:t>Socket</a:t>
            </a:r>
          </a:p>
          <a:p>
            <a:pPr algn="l" fontAlgn="base">
              <a:buFont typeface="Arial" panose="020B0604020202020204" pitchFamily="34" charset="0"/>
              <a:buChar char="•"/>
            </a:pPr>
            <a:r>
              <a:rPr lang="en-US" b="0" i="0" dirty="0">
                <a:solidFill>
                  <a:srgbClr val="273239"/>
                </a:solidFill>
                <a:effectLst/>
                <a:latin typeface="Nunito" pitchFamily="2" charset="0"/>
              </a:rPr>
              <a:t>Remote Procedural calls (RPCs)</a:t>
            </a:r>
          </a:p>
          <a:p>
            <a:endParaRPr lang="en-IN" dirty="0"/>
          </a:p>
        </p:txBody>
      </p:sp>
    </p:spTree>
    <p:extLst>
      <p:ext uri="{BB962C8B-B14F-4D97-AF65-F5344CB8AC3E}">
        <p14:creationId xmlns:p14="http://schemas.microsoft.com/office/powerpoint/2010/main" val="19647443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5BA1D-89FB-1805-4E3D-C3B132FA9527}"/>
              </a:ext>
            </a:extLst>
          </p:cNvPr>
          <p:cNvSpPr>
            <a:spLocks noGrp="1"/>
          </p:cNvSpPr>
          <p:nvPr>
            <p:ph type="title"/>
          </p:nvPr>
        </p:nvSpPr>
        <p:spPr>
          <a:xfrm>
            <a:off x="1069848" y="484632"/>
            <a:ext cx="10058400" cy="935954"/>
          </a:xfrm>
        </p:spPr>
        <p:txBody>
          <a:bodyPr>
            <a:normAutofit/>
          </a:bodyPr>
          <a:lstStyle/>
          <a:p>
            <a:r>
              <a:rPr lang="en-IN" sz="3600" dirty="0"/>
              <a:t>Approaches FOR INTER PROCESS COMMUNICATION</a:t>
            </a:r>
          </a:p>
        </p:txBody>
      </p:sp>
      <p:sp>
        <p:nvSpPr>
          <p:cNvPr id="6" name="AutoShape 2" descr="approaches for inter process communication.">
            <a:extLst>
              <a:ext uri="{FF2B5EF4-FFF2-40B4-BE49-F238E27FC236}">
                <a16:creationId xmlns:a16="http://schemas.microsoft.com/office/drawing/2014/main" id="{CA63C159-DA25-3DEB-DEA3-662AC9EC4E3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approaches for inter process communication.">
            <a:extLst>
              <a:ext uri="{FF2B5EF4-FFF2-40B4-BE49-F238E27FC236}">
                <a16:creationId xmlns:a16="http://schemas.microsoft.com/office/drawing/2014/main" id="{F5464E14-EF65-1A05-D6E4-E572FBA9F20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TextBox 2">
            <a:extLst>
              <a:ext uri="{FF2B5EF4-FFF2-40B4-BE49-F238E27FC236}">
                <a16:creationId xmlns:a16="http://schemas.microsoft.com/office/drawing/2014/main" id="{5F8D1AD6-BED8-195E-F389-BF602DBFDF89}"/>
              </a:ext>
            </a:extLst>
          </p:cNvPr>
          <p:cNvSpPr txBox="1"/>
          <p:nvPr/>
        </p:nvSpPr>
        <p:spPr>
          <a:xfrm>
            <a:off x="1200150" y="1557338"/>
            <a:ext cx="9701213" cy="3693319"/>
          </a:xfrm>
          <a:prstGeom prst="rect">
            <a:avLst/>
          </a:prstGeom>
          <a:noFill/>
        </p:spPr>
        <p:txBody>
          <a:bodyPr wrap="square" rtlCol="0">
            <a:spAutoFit/>
          </a:bodyPr>
          <a:lstStyle/>
          <a:p>
            <a:r>
              <a:rPr lang="en-IN" dirty="0"/>
              <a:t>PIPE METHOD:</a:t>
            </a:r>
          </a:p>
          <a:p>
            <a:endParaRPr lang="en-IN" dirty="0"/>
          </a:p>
          <a:p>
            <a:pPr algn="just"/>
            <a:r>
              <a:rPr lang="en-US" b="0" i="0" dirty="0">
                <a:solidFill>
                  <a:srgbClr val="444444"/>
                </a:solidFill>
                <a:effectLst/>
                <a:latin typeface="Calibri" panose="020F0502020204030204" pitchFamily="34" charset="0"/>
                <a:ea typeface="Calibri" panose="020F0502020204030204" pitchFamily="34" charset="0"/>
                <a:cs typeface="Calibri" panose="020F0502020204030204" pitchFamily="34" charset="0"/>
              </a:rPr>
              <a:t>A </a:t>
            </a:r>
            <a:r>
              <a:rPr lang="en-US" b="1" i="0" dirty="0">
                <a:solidFill>
                  <a:srgbClr val="444444"/>
                </a:solidFill>
                <a:effectLst/>
                <a:latin typeface="Calibri" panose="020F0502020204030204" pitchFamily="34" charset="0"/>
                <a:ea typeface="Calibri" panose="020F0502020204030204" pitchFamily="34" charset="0"/>
                <a:cs typeface="Calibri" panose="020F0502020204030204" pitchFamily="34" charset="0"/>
              </a:rPr>
              <a:t>pipe</a:t>
            </a:r>
            <a:r>
              <a:rPr lang="en-US" b="0" i="0" dirty="0">
                <a:solidFill>
                  <a:srgbClr val="444444"/>
                </a:solidFill>
                <a:effectLst/>
                <a:latin typeface="Calibri" panose="020F0502020204030204" pitchFamily="34" charset="0"/>
                <a:ea typeface="Calibri" panose="020F0502020204030204" pitchFamily="34" charset="0"/>
                <a:cs typeface="Calibri" panose="020F0502020204030204" pitchFamily="34" charset="0"/>
              </a:rPr>
              <a:t> is a section of shared memory meant to facilitate the communication between processes. It is a unidirectional channel: a pipe has a read end and a write end. So a process can write to the write end of the pipe. The data is then stored in a memory buffer until it is read by another process from the pipe’s read end.</a:t>
            </a:r>
          </a:p>
          <a:p>
            <a:pPr algn="just"/>
            <a:endParaRPr lang="en-US" dirty="0">
              <a:solidFill>
                <a:srgbClr val="444444"/>
              </a:solidFill>
              <a:latin typeface="Calibri" panose="020F0502020204030204" pitchFamily="34" charset="0"/>
              <a:ea typeface="Calibri" panose="020F0502020204030204" pitchFamily="34" charset="0"/>
              <a:cs typeface="Calibri" panose="020F0502020204030204" pitchFamily="34" charset="0"/>
            </a:endParaRPr>
          </a:p>
          <a:p>
            <a:pPr algn="just"/>
            <a:r>
              <a:rPr lang="en-US" b="0" i="0" dirty="0">
                <a:solidFill>
                  <a:srgbClr val="444444"/>
                </a:solidFill>
                <a:effectLst/>
                <a:latin typeface="Domine"/>
              </a:rPr>
              <a:t>A pipe is a sort of file, stored outside of the file system, that has no name or any other particular attribute. But we can handle it like a file thanks to its </a:t>
            </a:r>
            <a:r>
              <a:rPr lang="en-US" b="1" i="0" dirty="0">
                <a:solidFill>
                  <a:srgbClr val="444444"/>
                </a:solidFill>
                <a:effectLst/>
                <a:latin typeface="Domine"/>
              </a:rPr>
              <a:t>two file descriptors</a:t>
            </a:r>
            <a:r>
              <a:rPr lang="en-US" b="0" i="0" dirty="0">
                <a:solidFill>
                  <a:srgbClr val="444444"/>
                </a:solidFill>
                <a:effectLst/>
                <a:latin typeface="Domine"/>
              </a:rPr>
              <a:t>. </a:t>
            </a:r>
            <a:endParaRPr lang="en-US" b="0" i="0" dirty="0">
              <a:solidFill>
                <a:srgbClr val="444444"/>
              </a:solidFill>
              <a:effectLst/>
              <a:latin typeface="Calibri" panose="020F0502020204030204" pitchFamily="34" charset="0"/>
              <a:ea typeface="Calibri" panose="020F0502020204030204" pitchFamily="34" charset="0"/>
              <a:cs typeface="Calibri" panose="020F0502020204030204" pitchFamily="34" charset="0"/>
            </a:endParaRPr>
          </a:p>
          <a:p>
            <a:pPr algn="just"/>
            <a:endParaRPr lang="en-US" dirty="0">
              <a:solidFill>
                <a:srgbClr val="444444"/>
              </a:solidFill>
              <a:latin typeface="Calibri" panose="020F0502020204030204" pitchFamily="34" charset="0"/>
              <a:ea typeface="Calibri" panose="020F0502020204030204" pitchFamily="34" charset="0"/>
              <a:cs typeface="Calibri" panose="020F0502020204030204" pitchFamily="34" charset="0"/>
            </a:endParaRPr>
          </a:p>
          <a:p>
            <a:pPr algn="just"/>
            <a:r>
              <a:rPr lang="en-US" b="0" i="0" dirty="0">
                <a:solidFill>
                  <a:srgbClr val="444444"/>
                </a:solidFill>
                <a:effectLst/>
                <a:latin typeface="Domine"/>
              </a:rPr>
              <a:t>Let’s keep in mind that there is a limit to a pipe’s size, which varies depending on the operating system. </a:t>
            </a:r>
            <a:endParaRPr lang="en-US" b="0" i="0" dirty="0">
              <a:solidFill>
                <a:srgbClr val="444444"/>
              </a:solidFill>
              <a:effectLst/>
              <a:latin typeface="Calibri" panose="020F0502020204030204" pitchFamily="34" charset="0"/>
              <a:ea typeface="Calibri" panose="020F0502020204030204" pitchFamily="34" charset="0"/>
              <a:cs typeface="Calibri" panose="020F0502020204030204" pitchFamily="34" charset="0"/>
            </a:endParaRPr>
          </a:p>
          <a:p>
            <a:pPr algn="just"/>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257620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5BA1D-89FB-1805-4E3D-C3B132FA9527}"/>
              </a:ext>
            </a:extLst>
          </p:cNvPr>
          <p:cNvSpPr>
            <a:spLocks noGrp="1"/>
          </p:cNvSpPr>
          <p:nvPr>
            <p:ph type="title"/>
          </p:nvPr>
        </p:nvSpPr>
        <p:spPr>
          <a:xfrm>
            <a:off x="1069848" y="484632"/>
            <a:ext cx="10058400" cy="935954"/>
          </a:xfrm>
        </p:spPr>
        <p:txBody>
          <a:bodyPr>
            <a:normAutofit/>
          </a:bodyPr>
          <a:lstStyle/>
          <a:p>
            <a:r>
              <a:rPr lang="en-IN" sz="3600" dirty="0"/>
              <a:t>Approaches FOR INTER PROCESS COMMUNICATION</a:t>
            </a:r>
          </a:p>
        </p:txBody>
      </p:sp>
      <p:sp>
        <p:nvSpPr>
          <p:cNvPr id="6" name="AutoShape 2" descr="approaches for inter process communication.">
            <a:extLst>
              <a:ext uri="{FF2B5EF4-FFF2-40B4-BE49-F238E27FC236}">
                <a16:creationId xmlns:a16="http://schemas.microsoft.com/office/drawing/2014/main" id="{CA63C159-DA25-3DEB-DEA3-662AC9EC4E3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approaches for inter process communication.">
            <a:extLst>
              <a:ext uri="{FF2B5EF4-FFF2-40B4-BE49-F238E27FC236}">
                <a16:creationId xmlns:a16="http://schemas.microsoft.com/office/drawing/2014/main" id="{F5464E14-EF65-1A05-D6E4-E572FBA9F20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6" name="Picture 2" descr="Diagram showing how a pipe works: a parent process can write to the write end of the pipe and the child can read from its read end and vice versa to create inter-process communication.">
            <a:extLst>
              <a:ext uri="{FF2B5EF4-FFF2-40B4-BE49-F238E27FC236}">
                <a16:creationId xmlns:a16="http://schemas.microsoft.com/office/drawing/2014/main" id="{F8317F07-4741-9C7C-BC8F-4130C24B1C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1587" y="1928813"/>
            <a:ext cx="2857501" cy="413897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46B5279-D3FE-F975-A48D-C47693E9AEA3}"/>
              </a:ext>
            </a:extLst>
          </p:cNvPr>
          <p:cNvSpPr txBox="1"/>
          <p:nvPr/>
        </p:nvSpPr>
        <p:spPr>
          <a:xfrm>
            <a:off x="4000500" y="1420586"/>
            <a:ext cx="7900988" cy="6063198"/>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Josefin Sans" panose="020F0502020204030204" pitchFamily="2" charset="0"/>
              </a:rPr>
              <a:t>Creating a Pipe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444444"/>
                </a:solidFill>
                <a:effectLst/>
                <a:latin typeface="Domine"/>
              </a:rPr>
              <a:t>We can create a pipe with the aptly-named </a:t>
            </a:r>
            <a:r>
              <a:rPr kumimoji="0" lang="en-US" altLang="en-US" sz="1200" b="1" i="0" u="none" strike="noStrike" cap="none" normalizeH="0" baseline="0" dirty="0">
                <a:ln>
                  <a:noFill/>
                </a:ln>
                <a:solidFill>
                  <a:srgbClr val="444444"/>
                </a:solidFill>
                <a:effectLst/>
                <a:latin typeface="Courier New" panose="02070309020205020404" pitchFamily="49" charset="0"/>
                <a:cs typeface="Courier New" panose="02070309020205020404" pitchFamily="49" charset="0"/>
              </a:rPr>
              <a:t>pipe</a:t>
            </a:r>
            <a:r>
              <a:rPr kumimoji="0" lang="en-US" altLang="en-US" sz="1800" b="0" i="0" u="none" strike="noStrike" cap="none" normalizeH="0" baseline="0" dirty="0">
                <a:ln>
                  <a:noFill/>
                </a:ln>
                <a:solidFill>
                  <a:srgbClr val="444444"/>
                </a:solidFill>
                <a:effectLst/>
                <a:latin typeface="Domine"/>
              </a:rPr>
              <a:t> system call. Here is its prototype in the </a:t>
            </a:r>
            <a:r>
              <a:rPr kumimoji="0" lang="en-US" altLang="en-US" sz="1200" b="1" i="0" u="none" strike="noStrike" cap="none" normalizeH="0" baseline="0" dirty="0">
                <a:ln>
                  <a:noFill/>
                </a:ln>
                <a:solidFill>
                  <a:srgbClr val="444444"/>
                </a:solidFill>
                <a:effectLst/>
                <a:latin typeface="Courier New" panose="02070309020205020404" pitchFamily="49" charset="0"/>
                <a:cs typeface="Courier New" panose="02070309020205020404" pitchFamily="49" charset="0"/>
              </a:rPr>
              <a:t>&lt;unistd.h&gt;</a:t>
            </a:r>
            <a:r>
              <a:rPr kumimoji="0" lang="en-US" altLang="en-US" sz="1800" b="0" i="0" u="none" strike="noStrike" cap="none" normalizeH="0" baseline="0" dirty="0">
                <a:ln>
                  <a:noFill/>
                </a:ln>
                <a:solidFill>
                  <a:srgbClr val="444444"/>
                </a:solidFill>
                <a:effectLst/>
                <a:latin typeface="Domine"/>
              </a:rPr>
              <a:t> library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C678DD"/>
              </a:solidFill>
              <a:effectLst/>
              <a:latin typeface="inherit"/>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C678DD"/>
                </a:solidFill>
                <a:effectLst/>
                <a:latin typeface="inherit"/>
                <a:cs typeface="Courier New" panose="02070309020205020404" pitchFamily="49" charset="0"/>
              </a:rPr>
              <a:t>int</a:t>
            </a:r>
            <a:r>
              <a:rPr kumimoji="0" lang="en-US" altLang="en-US" sz="1200" b="0" i="0" u="none" strike="noStrike" cap="none" normalizeH="0" baseline="0" dirty="0">
                <a:ln>
                  <a:noFill/>
                </a:ln>
                <a:solidFill>
                  <a:srgbClr val="ABB2BF"/>
                </a:solidFill>
                <a:effectLst/>
                <a:latin typeface="inherit"/>
                <a:cs typeface="Courier New" panose="02070309020205020404" pitchFamily="49" charset="0"/>
              </a:rPr>
              <a:t> </a:t>
            </a:r>
            <a:r>
              <a:rPr kumimoji="0" lang="en-US" altLang="en-US" sz="1200" b="0" i="0" u="none" strike="noStrike" cap="none" normalizeH="0" baseline="0" dirty="0">
                <a:ln>
                  <a:noFill/>
                </a:ln>
                <a:solidFill>
                  <a:srgbClr val="61AEEE"/>
                </a:solidFill>
                <a:effectLst/>
                <a:latin typeface="inherit"/>
                <a:cs typeface="Courier New" panose="02070309020205020404" pitchFamily="49" charset="0"/>
              </a:rPr>
              <a:t>pipe</a:t>
            </a:r>
            <a:r>
              <a:rPr kumimoji="0" lang="en-US" altLang="en-US" sz="1200" b="0" i="0" u="none" strike="noStrike" cap="none" normalizeH="0" baseline="0" dirty="0">
                <a:ln>
                  <a:noFill/>
                </a:ln>
                <a:solidFill>
                  <a:srgbClr val="ABB2BF"/>
                </a:solidFill>
                <a:effectLst/>
                <a:latin typeface="inherit"/>
                <a:cs typeface="Courier New" panose="02070309020205020404" pitchFamily="49" charset="0"/>
              </a:rPr>
              <a:t>(</a:t>
            </a:r>
            <a:r>
              <a:rPr kumimoji="0" lang="en-US" altLang="en-US" sz="1200" b="0" i="0" u="none" strike="noStrike" cap="none" normalizeH="0" baseline="0" dirty="0">
                <a:ln>
                  <a:noFill/>
                </a:ln>
                <a:solidFill>
                  <a:srgbClr val="C678DD"/>
                </a:solidFill>
                <a:effectLst/>
                <a:latin typeface="inherit"/>
                <a:cs typeface="Courier New" panose="02070309020205020404" pitchFamily="49" charset="0"/>
              </a:rPr>
              <a:t>int</a:t>
            </a:r>
            <a:r>
              <a:rPr kumimoji="0" lang="en-US" altLang="en-US" sz="1200" b="0" i="0" u="none" strike="noStrike" cap="none" normalizeH="0" baseline="0" dirty="0">
                <a:ln>
                  <a:noFill/>
                </a:ln>
                <a:solidFill>
                  <a:srgbClr val="ABB2BF"/>
                </a:solidFill>
                <a:effectLst/>
                <a:latin typeface="inherit"/>
                <a:cs typeface="Courier New" panose="02070309020205020404" pitchFamily="49" charset="0"/>
              </a:rPr>
              <a:t> pipefd[</a:t>
            </a:r>
            <a:r>
              <a:rPr kumimoji="0" lang="en-US" altLang="en-US" sz="1200" b="0" i="0" u="none" strike="noStrike" cap="none" normalizeH="0" baseline="0" dirty="0">
                <a:ln>
                  <a:noFill/>
                </a:ln>
                <a:solidFill>
                  <a:srgbClr val="D19A66"/>
                </a:solidFill>
                <a:effectLst/>
                <a:latin typeface="inherit"/>
                <a:cs typeface="Courier New" panose="02070309020205020404" pitchFamily="49" charset="0"/>
              </a:rPr>
              <a:t>2</a:t>
            </a:r>
            <a:r>
              <a:rPr kumimoji="0" lang="en-US" altLang="en-US" sz="1200" b="0" i="0" u="none" strike="noStrike" cap="none" normalizeH="0" baseline="0" dirty="0">
                <a:ln>
                  <a:noFill/>
                </a:ln>
                <a:solidFill>
                  <a:srgbClr val="ABB2BF"/>
                </a:solidFill>
                <a:effectLst/>
                <a:latin typeface="inherit"/>
                <a:cs typeface="Courier New" panose="02070309020205020404" pitchFamily="49"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444444"/>
              </a:solidFill>
              <a:effectLst/>
              <a:latin typeface="Domin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444444"/>
                </a:solidFill>
                <a:effectLst/>
                <a:latin typeface="Domine"/>
              </a:rPr>
              <a:t>As its only parameter, </a:t>
            </a:r>
            <a:r>
              <a:rPr kumimoji="0" lang="en-US" altLang="en-US" sz="1200" b="0" i="0" u="none" strike="noStrike" cap="none" normalizeH="0" baseline="0" dirty="0">
                <a:ln>
                  <a:noFill/>
                </a:ln>
                <a:solidFill>
                  <a:srgbClr val="444444"/>
                </a:solidFill>
                <a:effectLst/>
                <a:latin typeface="Courier New" panose="02070309020205020404" pitchFamily="49" charset="0"/>
                <a:cs typeface="Courier New" panose="02070309020205020404" pitchFamily="49" charset="0"/>
              </a:rPr>
              <a:t>pipe</a:t>
            </a:r>
            <a:r>
              <a:rPr kumimoji="0" lang="en-US" altLang="en-US" sz="1800" b="0" i="0" u="none" strike="noStrike" cap="none" normalizeH="0" baseline="0" dirty="0">
                <a:ln>
                  <a:noFill/>
                </a:ln>
                <a:solidFill>
                  <a:srgbClr val="444444"/>
                </a:solidFill>
                <a:effectLst/>
                <a:latin typeface="Domine"/>
              </a:rPr>
              <a:t> takes an array of two integers where the two file descriptors should be stored. Of course, these file descriptors represent the pipe’s two ends:</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444444"/>
                </a:solidFill>
                <a:effectLst/>
                <a:latin typeface="Courier New" panose="02070309020205020404" pitchFamily="49" charset="0"/>
                <a:cs typeface="Courier New" panose="02070309020205020404" pitchFamily="49" charset="0"/>
              </a:rPr>
              <a:t>pipefd[0]</a:t>
            </a:r>
            <a:r>
              <a:rPr kumimoji="0" lang="en-US" altLang="en-US" sz="1800" b="0" i="0" u="none" strike="noStrike" cap="none" normalizeH="0" baseline="0" dirty="0">
                <a:ln>
                  <a:noFill/>
                </a:ln>
                <a:solidFill>
                  <a:srgbClr val="444444"/>
                </a:solidFill>
                <a:effectLst/>
                <a:latin typeface="Domine"/>
              </a:rPr>
              <a:t>: the </a:t>
            </a:r>
            <a:r>
              <a:rPr kumimoji="0" lang="en-US" altLang="en-US" sz="1800" b="1" i="0" u="none" strike="noStrike" cap="none" normalizeH="0" baseline="0" dirty="0">
                <a:ln>
                  <a:noFill/>
                </a:ln>
                <a:solidFill>
                  <a:srgbClr val="444444"/>
                </a:solidFill>
                <a:effectLst/>
                <a:latin typeface="Domine"/>
              </a:rPr>
              <a:t>read</a:t>
            </a:r>
            <a:r>
              <a:rPr kumimoji="0" lang="en-US" altLang="en-US" sz="1800" b="0" i="0" u="none" strike="noStrike" cap="none" normalizeH="0" baseline="0" dirty="0">
                <a:ln>
                  <a:noFill/>
                </a:ln>
                <a:solidFill>
                  <a:srgbClr val="444444"/>
                </a:solidFill>
                <a:effectLst/>
                <a:latin typeface="Domine"/>
              </a:rPr>
              <a:t> end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444444"/>
                </a:solidFill>
                <a:effectLst/>
                <a:latin typeface="Courier New" panose="02070309020205020404" pitchFamily="49" charset="0"/>
                <a:cs typeface="Courier New" panose="02070309020205020404" pitchFamily="49" charset="0"/>
              </a:rPr>
              <a:t>pipefd[1]</a:t>
            </a:r>
            <a:r>
              <a:rPr kumimoji="0" lang="en-US" altLang="en-US" sz="1800" b="0" i="0" u="none" strike="noStrike" cap="none" normalizeH="0" baseline="0" dirty="0">
                <a:ln>
                  <a:noFill/>
                </a:ln>
                <a:solidFill>
                  <a:srgbClr val="444444"/>
                </a:solidFill>
                <a:effectLst/>
                <a:latin typeface="Domine"/>
              </a:rPr>
              <a:t>: the </a:t>
            </a:r>
            <a:r>
              <a:rPr kumimoji="0" lang="en-US" altLang="en-US" sz="1800" b="1" i="0" u="none" strike="noStrike" cap="none" normalizeH="0" baseline="0" dirty="0">
                <a:ln>
                  <a:noFill/>
                </a:ln>
                <a:solidFill>
                  <a:srgbClr val="444444"/>
                </a:solidFill>
                <a:effectLst/>
                <a:latin typeface="Domine"/>
              </a:rPr>
              <a:t>write</a:t>
            </a:r>
            <a:r>
              <a:rPr kumimoji="0" lang="en-US" altLang="en-US" sz="1800" b="0" i="0" u="none" strike="noStrike" cap="none" normalizeH="0" baseline="0" dirty="0">
                <a:ln>
                  <a:noFill/>
                </a:ln>
                <a:solidFill>
                  <a:srgbClr val="444444"/>
                </a:solidFill>
                <a:effectLst/>
                <a:latin typeface="Domine"/>
              </a:rPr>
              <a:t> end</a:t>
            </a:r>
          </a:p>
          <a:p>
            <a:pPr marL="0" marR="0" lvl="0" indent="0" algn="l" defTabSz="914400" rtl="0" eaLnBrk="0" fontAlgn="base" latinLnBrk="0" hangingPunct="0">
              <a:lnSpc>
                <a:spcPct val="100000"/>
              </a:lnSpc>
              <a:spcBef>
                <a:spcPct val="0"/>
              </a:spcBef>
              <a:spcAft>
                <a:spcPct val="0"/>
              </a:spcAft>
              <a:buClrTx/>
              <a:buSzTx/>
              <a:tabLst/>
            </a:pPr>
            <a:endParaRPr lang="en-US" altLang="en-US" dirty="0">
              <a:solidFill>
                <a:srgbClr val="444444"/>
              </a:solidFill>
              <a:latin typeface="Domine"/>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srgbClr val="444444"/>
                </a:solidFill>
                <a:latin typeface="Domine"/>
              </a:rPr>
              <a:t>T</a:t>
            </a:r>
            <a:r>
              <a:rPr kumimoji="0" lang="en-US" altLang="en-US" sz="1800" b="0" i="0" u="none" strike="noStrike" cap="none" normalizeH="0" baseline="0" dirty="0">
                <a:ln>
                  <a:noFill/>
                </a:ln>
                <a:solidFill>
                  <a:srgbClr val="444444"/>
                </a:solidFill>
                <a:effectLst/>
                <a:latin typeface="Domine"/>
              </a:rPr>
              <a:t>here are two points to keep in mind: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444444"/>
                </a:solidFill>
                <a:effectLst/>
                <a:latin typeface="Domine"/>
              </a:rPr>
              <a:t>If a process attempts to read from an empty pipe, </a:t>
            </a:r>
            <a:r>
              <a:rPr kumimoji="0" lang="en-US" altLang="en-US" sz="1200" b="0" i="0" u="none" strike="noStrike" cap="none" normalizeH="0" baseline="0" dirty="0">
                <a:ln>
                  <a:noFill/>
                </a:ln>
                <a:solidFill>
                  <a:srgbClr val="444444"/>
                </a:solidFill>
                <a:effectLst/>
                <a:latin typeface="Courier New" panose="02070309020205020404" pitchFamily="49" charset="0"/>
                <a:cs typeface="Courier New" panose="02070309020205020404" pitchFamily="49" charset="0"/>
              </a:rPr>
              <a:t>read</a:t>
            </a:r>
            <a:r>
              <a:rPr kumimoji="0" lang="en-US" altLang="en-US" sz="1800" b="0" i="0" u="none" strike="noStrike" cap="none" normalizeH="0" baseline="0" dirty="0">
                <a:ln>
                  <a:noFill/>
                </a:ln>
                <a:solidFill>
                  <a:srgbClr val="444444"/>
                </a:solidFill>
                <a:effectLst/>
                <a:latin typeface="Domine"/>
              </a:rPr>
              <a:t> will remain blocked until data is written to 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444444"/>
                </a:solidFill>
                <a:effectLst/>
                <a:latin typeface="Domine"/>
              </a:rPr>
              <a:t>Inversely, if a process tries to write to a full pipe (one that has reached its size limit), </a:t>
            </a:r>
            <a:r>
              <a:rPr kumimoji="0" lang="en-US" altLang="en-US" sz="1200" b="0" i="0" u="none" strike="noStrike" cap="none" normalizeH="0" baseline="0" dirty="0">
                <a:ln>
                  <a:noFill/>
                </a:ln>
                <a:solidFill>
                  <a:srgbClr val="444444"/>
                </a:solidFill>
                <a:effectLst/>
                <a:latin typeface="Courier New" panose="02070309020205020404" pitchFamily="49" charset="0"/>
                <a:cs typeface="Courier New" panose="02070309020205020404" pitchFamily="49" charset="0"/>
              </a:rPr>
              <a:t>write</a:t>
            </a:r>
            <a:r>
              <a:rPr kumimoji="0" lang="en-US" altLang="en-US" sz="1800" b="0" i="0" u="none" strike="noStrike" cap="none" normalizeH="0" baseline="0" dirty="0">
                <a:ln>
                  <a:noFill/>
                </a:ln>
                <a:solidFill>
                  <a:srgbClr val="444444"/>
                </a:solidFill>
                <a:effectLst/>
                <a:latin typeface="Domine"/>
              </a:rPr>
              <a:t> will remain blocked until enough data has been read to allow the write operation to complete.</a:t>
            </a:r>
          </a:p>
          <a:p>
            <a:pPr marL="0" marR="0" lvl="0" indent="0" algn="l" defTabSz="914400" rtl="0" eaLnBrk="0" fontAlgn="base" latinLnBrk="0" hangingPunct="0">
              <a:lnSpc>
                <a:spcPct val="100000"/>
              </a:lnSpc>
              <a:spcBef>
                <a:spcPct val="0"/>
              </a:spcBef>
              <a:spcAft>
                <a:spcPct val="0"/>
              </a:spcAft>
              <a:buClrTx/>
              <a:buSzTx/>
              <a:tabLst/>
            </a:pPr>
            <a:endParaRPr lang="en-US" altLang="en-US" dirty="0">
              <a:solidFill>
                <a:srgbClr val="444444"/>
              </a:solidFill>
              <a:latin typeface="Domine"/>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rgbClr val="444444"/>
              </a:solidFill>
              <a:effectLst/>
              <a:latin typeface="Domine"/>
            </a:endParaRPr>
          </a:p>
          <a:p>
            <a:endParaRPr lang="en-IN" dirty="0"/>
          </a:p>
        </p:txBody>
      </p:sp>
      <p:sp>
        <p:nvSpPr>
          <p:cNvPr id="5" name="Rectangle 1">
            <a:extLst>
              <a:ext uri="{FF2B5EF4-FFF2-40B4-BE49-F238E27FC236}">
                <a16:creationId xmlns:a16="http://schemas.microsoft.com/office/drawing/2014/main" id="{E53F482B-6C64-1867-2718-AF8929252952}"/>
              </a:ext>
            </a:extLst>
          </p:cNvPr>
          <p:cNvSpPr>
            <a:spLocks noChangeArrowheads="1"/>
          </p:cNvSpPr>
          <p:nvPr/>
        </p:nvSpPr>
        <p:spPr bwMode="auto">
          <a:xfrm>
            <a:off x="0" y="94908"/>
            <a:ext cx="0" cy="26738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522" tIns="0" rIns="-9522" bIns="-952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A3B03308-488A-0084-D9FE-9BF8A1E50AD7}"/>
              </a:ext>
            </a:extLst>
          </p:cNvPr>
          <p:cNvSpPr>
            <a:spLocks noChangeArrowheads="1"/>
          </p:cNvSpPr>
          <p:nvPr/>
        </p:nvSpPr>
        <p:spPr bwMode="auto">
          <a:xfrm>
            <a:off x="0" y="67017"/>
            <a:ext cx="184731" cy="3231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888005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5BA1D-89FB-1805-4E3D-C3B132FA9527}"/>
              </a:ext>
            </a:extLst>
          </p:cNvPr>
          <p:cNvSpPr>
            <a:spLocks noGrp="1"/>
          </p:cNvSpPr>
          <p:nvPr>
            <p:ph type="title"/>
          </p:nvPr>
        </p:nvSpPr>
        <p:spPr>
          <a:xfrm>
            <a:off x="1069848" y="484632"/>
            <a:ext cx="10058400" cy="935954"/>
          </a:xfrm>
        </p:spPr>
        <p:txBody>
          <a:bodyPr>
            <a:normAutofit/>
          </a:bodyPr>
          <a:lstStyle/>
          <a:p>
            <a:r>
              <a:rPr lang="en-IN" sz="3600" dirty="0"/>
              <a:t>Approaches FOR INTER PROCESS COMMUNICATION</a:t>
            </a:r>
          </a:p>
        </p:txBody>
      </p:sp>
      <p:sp>
        <p:nvSpPr>
          <p:cNvPr id="6" name="AutoShape 2" descr="approaches for inter process communication.">
            <a:extLst>
              <a:ext uri="{FF2B5EF4-FFF2-40B4-BE49-F238E27FC236}">
                <a16:creationId xmlns:a16="http://schemas.microsoft.com/office/drawing/2014/main" id="{CA63C159-DA25-3DEB-DEA3-662AC9EC4E3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approaches for inter process communication.">
            <a:extLst>
              <a:ext uri="{FF2B5EF4-FFF2-40B4-BE49-F238E27FC236}">
                <a16:creationId xmlns:a16="http://schemas.microsoft.com/office/drawing/2014/main" id="{F5464E14-EF65-1A05-D6E4-E572FBA9F20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TextBox 3">
            <a:extLst>
              <a:ext uri="{FF2B5EF4-FFF2-40B4-BE49-F238E27FC236}">
                <a16:creationId xmlns:a16="http://schemas.microsoft.com/office/drawing/2014/main" id="{546B5279-D3FE-F975-A48D-C47693E9AEA3}"/>
              </a:ext>
            </a:extLst>
          </p:cNvPr>
          <p:cNvSpPr txBox="1"/>
          <p:nvPr/>
        </p:nvSpPr>
        <p:spPr>
          <a:xfrm>
            <a:off x="1063752" y="1420586"/>
            <a:ext cx="10837736" cy="5539978"/>
          </a:xfrm>
          <a:prstGeom prst="rect">
            <a:avLst/>
          </a:prstGeom>
          <a:noFill/>
        </p:spPr>
        <p:txBody>
          <a:bodyPr wrap="square" rtlCol="0">
            <a:spAutoFit/>
          </a:bodyPr>
          <a:lstStyle/>
          <a:p>
            <a:pPr algn="just"/>
            <a:r>
              <a:rPr lang="en-US" sz="2400" b="1" i="0" dirty="0">
                <a:solidFill>
                  <a:srgbClr val="282828"/>
                </a:solidFill>
                <a:effectLst/>
                <a:latin typeface="Calibri" panose="020F0502020204030204" pitchFamily="34" charset="0"/>
                <a:ea typeface="Calibri" panose="020F0502020204030204" pitchFamily="34" charset="0"/>
                <a:cs typeface="Calibri" panose="020F0502020204030204" pitchFamily="34" charset="0"/>
              </a:rPr>
              <a:t>PROBLEMS DUE TO PROCESS COMMUNICATION</a:t>
            </a:r>
          </a:p>
          <a:p>
            <a:pPr algn="just"/>
            <a:endParaRPr lang="en-US" sz="2400" b="1" i="0" dirty="0">
              <a:solidFill>
                <a:srgbClr val="282828"/>
              </a:solidFill>
              <a:effectLst/>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Wingdings" panose="05000000000000000000" pitchFamily="2" charset="2"/>
              <a:buChar char="ü"/>
            </a:pPr>
            <a:r>
              <a:rPr lang="en-US" sz="2400" b="1" i="0" dirty="0">
                <a:solidFill>
                  <a:srgbClr val="282828"/>
                </a:solidFill>
                <a:effectLst/>
                <a:latin typeface="Calibri" panose="020F0502020204030204" pitchFamily="34" charset="0"/>
                <a:ea typeface="Calibri" panose="020F0502020204030204" pitchFamily="34" charset="0"/>
                <a:cs typeface="Calibri" panose="020F0502020204030204" pitchFamily="34" charset="0"/>
              </a:rPr>
              <a:t>Race Conditions:</a:t>
            </a:r>
            <a:r>
              <a:rPr lang="en-US" sz="2400" b="0" i="0" dirty="0">
                <a:solidFill>
                  <a:srgbClr val="282828"/>
                </a:solidFill>
                <a:effectLst/>
                <a:latin typeface="Calibri" panose="020F0502020204030204" pitchFamily="34" charset="0"/>
                <a:ea typeface="Calibri" panose="020F0502020204030204" pitchFamily="34" charset="0"/>
                <a:cs typeface="Calibri" panose="020F0502020204030204" pitchFamily="34" charset="0"/>
              </a:rPr>
              <a:t> When multiple processes or threads access shared resources simultaneously, their execution order can lead to unpredictable outcomes and data corruption.</a:t>
            </a:r>
          </a:p>
          <a:p>
            <a:pPr marL="342900" indent="-342900" algn="just">
              <a:buFont typeface="Wingdings" panose="05000000000000000000" pitchFamily="2" charset="2"/>
              <a:buChar char="ü"/>
            </a:pPr>
            <a:endParaRPr lang="en-US" sz="2400" b="0" i="0" dirty="0">
              <a:solidFill>
                <a:srgbClr val="282828"/>
              </a:solidFill>
              <a:effectLst/>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Wingdings" panose="05000000000000000000" pitchFamily="2" charset="2"/>
              <a:buChar char="ü"/>
            </a:pPr>
            <a:r>
              <a:rPr lang="en-US" sz="2400" b="1" i="0" dirty="0">
                <a:solidFill>
                  <a:srgbClr val="282828"/>
                </a:solidFill>
                <a:effectLst/>
                <a:latin typeface="Calibri" panose="020F0502020204030204" pitchFamily="34" charset="0"/>
                <a:ea typeface="Calibri" panose="020F0502020204030204" pitchFamily="34" charset="0"/>
                <a:cs typeface="Calibri" panose="020F0502020204030204" pitchFamily="34" charset="0"/>
              </a:rPr>
              <a:t>Data Inconsistency:</a:t>
            </a:r>
            <a:r>
              <a:rPr lang="en-US" sz="2400" b="0" i="0" dirty="0">
                <a:solidFill>
                  <a:srgbClr val="282828"/>
                </a:solidFill>
                <a:effectLst/>
                <a:latin typeface="Calibri" panose="020F0502020204030204" pitchFamily="34" charset="0"/>
                <a:ea typeface="Calibri" panose="020F0502020204030204" pitchFamily="34" charset="0"/>
                <a:cs typeface="Calibri" panose="020F0502020204030204" pitchFamily="34" charset="0"/>
              </a:rPr>
              <a:t> Inconsistent data can arise when one process modifies shared data while another is using it, leading to incorrect results.</a:t>
            </a:r>
          </a:p>
          <a:p>
            <a:pPr marL="342900" indent="-342900" algn="just">
              <a:buFont typeface="Wingdings" panose="05000000000000000000" pitchFamily="2" charset="2"/>
              <a:buChar char="ü"/>
            </a:pPr>
            <a:endParaRPr lang="en-US" sz="2400" b="0" i="0" dirty="0">
              <a:solidFill>
                <a:srgbClr val="282828"/>
              </a:solidFill>
              <a:effectLst/>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Wingdings" panose="05000000000000000000" pitchFamily="2" charset="2"/>
              <a:buChar char="ü"/>
            </a:pPr>
            <a:r>
              <a:rPr lang="en-US" sz="2400" b="1" i="0" dirty="0">
                <a:solidFill>
                  <a:srgbClr val="282828"/>
                </a:solidFill>
                <a:effectLst/>
                <a:latin typeface="Calibri" panose="020F0502020204030204" pitchFamily="34" charset="0"/>
                <a:ea typeface="Calibri" panose="020F0502020204030204" pitchFamily="34" charset="0"/>
                <a:cs typeface="Calibri" panose="020F0502020204030204" pitchFamily="34" charset="0"/>
              </a:rPr>
              <a:t>Deadlocks:</a:t>
            </a:r>
            <a:r>
              <a:rPr lang="en-US" sz="2400" b="0" i="0" dirty="0">
                <a:solidFill>
                  <a:srgbClr val="282828"/>
                </a:solidFill>
                <a:effectLst/>
                <a:latin typeface="Calibri" panose="020F0502020204030204" pitchFamily="34" charset="0"/>
                <a:ea typeface="Calibri" panose="020F0502020204030204" pitchFamily="34" charset="0"/>
                <a:cs typeface="Calibri" panose="020F0502020204030204" pitchFamily="34" charset="0"/>
              </a:rPr>
              <a:t> A deadlock occurs when multiple processes are waiting indefinitely for resources held by others, causing a standstill in execution.</a:t>
            </a:r>
          </a:p>
          <a:p>
            <a:pPr marL="342900" indent="-342900" algn="just">
              <a:buFont typeface="Wingdings" panose="05000000000000000000" pitchFamily="2" charset="2"/>
              <a:buChar char="ü"/>
            </a:pPr>
            <a:endParaRPr lang="en-US" sz="2400" b="0" i="0" dirty="0">
              <a:solidFill>
                <a:srgbClr val="282828"/>
              </a:solidFill>
              <a:effectLst/>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Wingdings" panose="05000000000000000000" pitchFamily="2" charset="2"/>
              <a:buChar char="ü"/>
            </a:pPr>
            <a:r>
              <a:rPr lang="en-US" sz="2400" b="1" i="0" dirty="0">
                <a:solidFill>
                  <a:srgbClr val="282828"/>
                </a:solidFill>
                <a:effectLst/>
                <a:latin typeface="Calibri" panose="020F0502020204030204" pitchFamily="34" charset="0"/>
                <a:ea typeface="Calibri" panose="020F0502020204030204" pitchFamily="34" charset="0"/>
                <a:cs typeface="Calibri" panose="020F0502020204030204" pitchFamily="34" charset="0"/>
              </a:rPr>
              <a:t>Starvation:</a:t>
            </a:r>
            <a:r>
              <a:rPr lang="en-US" sz="2400" b="0" i="0" dirty="0">
                <a:solidFill>
                  <a:srgbClr val="282828"/>
                </a:solidFill>
                <a:effectLst/>
                <a:latin typeface="Calibri" panose="020F0502020204030204" pitchFamily="34" charset="0"/>
                <a:ea typeface="Calibri" panose="020F0502020204030204" pitchFamily="34" charset="0"/>
                <a:cs typeface="Calibri" panose="020F0502020204030204" pitchFamily="34" charset="0"/>
              </a:rPr>
              <a:t> If a process consistently gets preempted by other processes, it might never get a chance to access the critical section, leading to starvation.</a:t>
            </a:r>
          </a:p>
          <a:p>
            <a:endParaRPr lang="en-IN" dirty="0"/>
          </a:p>
        </p:txBody>
      </p:sp>
      <p:sp>
        <p:nvSpPr>
          <p:cNvPr id="5" name="Rectangle 1">
            <a:extLst>
              <a:ext uri="{FF2B5EF4-FFF2-40B4-BE49-F238E27FC236}">
                <a16:creationId xmlns:a16="http://schemas.microsoft.com/office/drawing/2014/main" id="{E53F482B-6C64-1867-2718-AF8929252952}"/>
              </a:ext>
            </a:extLst>
          </p:cNvPr>
          <p:cNvSpPr>
            <a:spLocks noChangeArrowheads="1"/>
          </p:cNvSpPr>
          <p:nvPr/>
        </p:nvSpPr>
        <p:spPr bwMode="auto">
          <a:xfrm>
            <a:off x="0" y="94908"/>
            <a:ext cx="0" cy="26738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522" tIns="0" rIns="-9522" bIns="-952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A3B03308-488A-0084-D9FE-9BF8A1E50AD7}"/>
              </a:ext>
            </a:extLst>
          </p:cNvPr>
          <p:cNvSpPr>
            <a:spLocks noChangeArrowheads="1"/>
          </p:cNvSpPr>
          <p:nvPr/>
        </p:nvSpPr>
        <p:spPr bwMode="auto">
          <a:xfrm>
            <a:off x="0" y="67017"/>
            <a:ext cx="184731" cy="3231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228159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5BA1D-89FB-1805-4E3D-C3B132FA9527}"/>
              </a:ext>
            </a:extLst>
          </p:cNvPr>
          <p:cNvSpPr>
            <a:spLocks noGrp="1"/>
          </p:cNvSpPr>
          <p:nvPr>
            <p:ph type="title"/>
          </p:nvPr>
        </p:nvSpPr>
        <p:spPr>
          <a:xfrm>
            <a:off x="1069848" y="484632"/>
            <a:ext cx="10058400" cy="935954"/>
          </a:xfrm>
        </p:spPr>
        <p:txBody>
          <a:bodyPr>
            <a:normAutofit/>
          </a:bodyPr>
          <a:lstStyle/>
          <a:p>
            <a:r>
              <a:rPr lang="en-IN" sz="3600" dirty="0"/>
              <a:t>PROCESS SYNCHRONIZATION</a:t>
            </a:r>
          </a:p>
        </p:txBody>
      </p:sp>
      <p:sp>
        <p:nvSpPr>
          <p:cNvPr id="6" name="AutoShape 2" descr="approaches for inter process communication.">
            <a:extLst>
              <a:ext uri="{FF2B5EF4-FFF2-40B4-BE49-F238E27FC236}">
                <a16:creationId xmlns:a16="http://schemas.microsoft.com/office/drawing/2014/main" id="{CA63C159-DA25-3DEB-DEA3-662AC9EC4E3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approaches for inter process communication.">
            <a:extLst>
              <a:ext uri="{FF2B5EF4-FFF2-40B4-BE49-F238E27FC236}">
                <a16:creationId xmlns:a16="http://schemas.microsoft.com/office/drawing/2014/main" id="{F5464E14-EF65-1A05-D6E4-E572FBA9F20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1">
            <a:extLst>
              <a:ext uri="{FF2B5EF4-FFF2-40B4-BE49-F238E27FC236}">
                <a16:creationId xmlns:a16="http://schemas.microsoft.com/office/drawing/2014/main" id="{E53F482B-6C64-1867-2718-AF8929252952}"/>
              </a:ext>
            </a:extLst>
          </p:cNvPr>
          <p:cNvSpPr>
            <a:spLocks noChangeArrowheads="1"/>
          </p:cNvSpPr>
          <p:nvPr/>
        </p:nvSpPr>
        <p:spPr bwMode="auto">
          <a:xfrm>
            <a:off x="0" y="94908"/>
            <a:ext cx="0" cy="26738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522" tIns="0" rIns="-9522" bIns="-952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A3B03308-488A-0084-D9FE-9BF8A1E50AD7}"/>
              </a:ext>
            </a:extLst>
          </p:cNvPr>
          <p:cNvSpPr>
            <a:spLocks noChangeArrowheads="1"/>
          </p:cNvSpPr>
          <p:nvPr/>
        </p:nvSpPr>
        <p:spPr bwMode="auto">
          <a:xfrm>
            <a:off x="0" y="67017"/>
            <a:ext cx="184731" cy="3231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6EC7E9FD-DE0D-35FE-4034-581DCD1068E4}"/>
              </a:ext>
            </a:extLst>
          </p:cNvPr>
          <p:cNvSpPr txBox="1"/>
          <p:nvPr/>
        </p:nvSpPr>
        <p:spPr>
          <a:xfrm>
            <a:off x="1063752" y="1420586"/>
            <a:ext cx="10523411" cy="1754326"/>
          </a:xfrm>
          <a:prstGeom prst="rect">
            <a:avLst/>
          </a:prstGeom>
          <a:noFill/>
        </p:spPr>
        <p:txBody>
          <a:bodyPr wrap="square" rtlCol="0">
            <a:spAutoFit/>
          </a:bodyPr>
          <a:lstStyle/>
          <a:p>
            <a:pPr algn="just"/>
            <a:r>
              <a:rPr lang="en-US"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When more than one process is executing the same code or accessing the same memory or any shared variable in that condition there is a possibility that the output or the value of the shared variable </a:t>
            </a:r>
            <a:r>
              <a:rPr lang="en-US" dirty="0">
                <a:solidFill>
                  <a:srgbClr val="273239"/>
                </a:solidFill>
                <a:latin typeface="Calibri" panose="020F0502020204030204" pitchFamily="34" charset="0"/>
                <a:ea typeface="Calibri" panose="020F0502020204030204" pitchFamily="34" charset="0"/>
                <a:cs typeface="Calibri" panose="020F0502020204030204" pitchFamily="34" charset="0"/>
              </a:rPr>
              <a:t>may get wrong because </a:t>
            </a:r>
            <a:r>
              <a:rPr lang="en-US"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outcome depends on the particular order in which the access takes place</a:t>
            </a:r>
            <a:r>
              <a:rPr lang="en-US" dirty="0">
                <a:solidFill>
                  <a:srgbClr val="273239"/>
                </a:solidFill>
                <a:latin typeface="Calibri" panose="020F0502020204030204" pitchFamily="34" charset="0"/>
                <a:ea typeface="Calibri" panose="020F0502020204030204" pitchFamily="34" charset="0"/>
                <a:cs typeface="Calibri" panose="020F0502020204030204" pitchFamily="34" charset="0"/>
              </a:rPr>
              <a:t>. This situation is called </a:t>
            </a:r>
            <a:r>
              <a:rPr lang="en-US" b="1" dirty="0">
                <a:solidFill>
                  <a:srgbClr val="273239"/>
                </a:solidFill>
                <a:latin typeface="Calibri" panose="020F0502020204030204" pitchFamily="34" charset="0"/>
                <a:ea typeface="Calibri" panose="020F0502020204030204" pitchFamily="34" charset="0"/>
                <a:cs typeface="Calibri" panose="020F0502020204030204" pitchFamily="34" charset="0"/>
              </a:rPr>
              <a:t>Race Condition</a:t>
            </a:r>
          </a:p>
          <a:p>
            <a:pPr algn="just"/>
            <a:endParaRPr lang="en-US" b="1"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algn="just"/>
            <a:r>
              <a:rPr lang="en-US" b="1" dirty="0">
                <a:solidFill>
                  <a:srgbClr val="273239"/>
                </a:solidFill>
                <a:latin typeface="Calibri" panose="020F0502020204030204" pitchFamily="34" charset="0"/>
                <a:ea typeface="Calibri" panose="020F0502020204030204" pitchFamily="34" charset="0"/>
                <a:cs typeface="Calibri" panose="020F0502020204030204" pitchFamily="34" charset="0"/>
              </a:rPr>
              <a:t>Example: </a:t>
            </a:r>
            <a:endParaRPr lang="en-IN" b="1" dirty="0">
              <a:latin typeface="Calibri" panose="020F0502020204030204" pitchFamily="34" charset="0"/>
              <a:ea typeface="Calibri" panose="020F0502020204030204" pitchFamily="34" charset="0"/>
              <a:cs typeface="Calibri" panose="020F0502020204030204" pitchFamily="34" charset="0"/>
            </a:endParaRPr>
          </a:p>
        </p:txBody>
      </p:sp>
      <p:pic>
        <p:nvPicPr>
          <p:cNvPr id="10" name="Picture 9">
            <a:extLst>
              <a:ext uri="{FF2B5EF4-FFF2-40B4-BE49-F238E27FC236}">
                <a16:creationId xmlns:a16="http://schemas.microsoft.com/office/drawing/2014/main" id="{C5E04DE2-47CB-0122-A17B-37826E203CCF}"/>
              </a:ext>
            </a:extLst>
          </p:cNvPr>
          <p:cNvPicPr>
            <a:picLocks noChangeAspect="1"/>
          </p:cNvPicPr>
          <p:nvPr/>
        </p:nvPicPr>
        <p:blipFill>
          <a:blip r:embed="rId2"/>
          <a:stretch>
            <a:fillRect/>
          </a:stretch>
        </p:blipFill>
        <p:spPr>
          <a:xfrm>
            <a:off x="1502569" y="3541624"/>
            <a:ext cx="9186861" cy="3009900"/>
          </a:xfrm>
          <a:prstGeom prst="rect">
            <a:avLst/>
          </a:prstGeom>
        </p:spPr>
      </p:pic>
    </p:spTree>
    <p:extLst>
      <p:ext uri="{BB962C8B-B14F-4D97-AF65-F5344CB8AC3E}">
        <p14:creationId xmlns:p14="http://schemas.microsoft.com/office/powerpoint/2010/main" val="34275152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5BA1D-89FB-1805-4E3D-C3B132FA9527}"/>
              </a:ext>
            </a:extLst>
          </p:cNvPr>
          <p:cNvSpPr>
            <a:spLocks noGrp="1"/>
          </p:cNvSpPr>
          <p:nvPr>
            <p:ph type="title"/>
          </p:nvPr>
        </p:nvSpPr>
        <p:spPr>
          <a:xfrm>
            <a:off x="1069848" y="484632"/>
            <a:ext cx="10058400" cy="935954"/>
          </a:xfrm>
        </p:spPr>
        <p:txBody>
          <a:bodyPr>
            <a:normAutofit/>
          </a:bodyPr>
          <a:lstStyle/>
          <a:p>
            <a:r>
              <a:rPr lang="en-IN" sz="3600" dirty="0"/>
              <a:t>PROCESS SYNCHRONIZATION</a:t>
            </a:r>
          </a:p>
        </p:txBody>
      </p:sp>
      <p:sp>
        <p:nvSpPr>
          <p:cNvPr id="6" name="AutoShape 2" descr="approaches for inter process communication.">
            <a:extLst>
              <a:ext uri="{FF2B5EF4-FFF2-40B4-BE49-F238E27FC236}">
                <a16:creationId xmlns:a16="http://schemas.microsoft.com/office/drawing/2014/main" id="{CA63C159-DA25-3DEB-DEA3-662AC9EC4E3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approaches for inter process communication.">
            <a:extLst>
              <a:ext uri="{FF2B5EF4-FFF2-40B4-BE49-F238E27FC236}">
                <a16:creationId xmlns:a16="http://schemas.microsoft.com/office/drawing/2014/main" id="{F5464E14-EF65-1A05-D6E4-E572FBA9F20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1">
            <a:extLst>
              <a:ext uri="{FF2B5EF4-FFF2-40B4-BE49-F238E27FC236}">
                <a16:creationId xmlns:a16="http://schemas.microsoft.com/office/drawing/2014/main" id="{E53F482B-6C64-1867-2718-AF8929252952}"/>
              </a:ext>
            </a:extLst>
          </p:cNvPr>
          <p:cNvSpPr>
            <a:spLocks noChangeArrowheads="1"/>
          </p:cNvSpPr>
          <p:nvPr/>
        </p:nvSpPr>
        <p:spPr bwMode="auto">
          <a:xfrm>
            <a:off x="0" y="94908"/>
            <a:ext cx="0" cy="26738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522" tIns="0" rIns="-9522" bIns="-952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A3B03308-488A-0084-D9FE-9BF8A1E50AD7}"/>
              </a:ext>
            </a:extLst>
          </p:cNvPr>
          <p:cNvSpPr>
            <a:spLocks noChangeArrowheads="1"/>
          </p:cNvSpPr>
          <p:nvPr/>
        </p:nvSpPr>
        <p:spPr bwMode="auto">
          <a:xfrm>
            <a:off x="0" y="67017"/>
            <a:ext cx="184731" cy="3231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6EC7E9FD-DE0D-35FE-4034-581DCD1068E4}"/>
              </a:ext>
            </a:extLst>
          </p:cNvPr>
          <p:cNvSpPr txBox="1"/>
          <p:nvPr/>
        </p:nvSpPr>
        <p:spPr>
          <a:xfrm>
            <a:off x="1063752" y="1420586"/>
            <a:ext cx="10523411" cy="5293757"/>
          </a:xfrm>
          <a:prstGeom prst="rect">
            <a:avLst/>
          </a:prstGeom>
          <a:noFill/>
        </p:spPr>
        <p:txBody>
          <a:bodyPr wrap="square" rtlCol="0">
            <a:spAutoFit/>
          </a:bodyPr>
          <a:lstStyle/>
          <a:p>
            <a:pPr algn="just"/>
            <a:r>
              <a:rPr lang="en-US" sz="2000" b="0" i="0" dirty="0">
                <a:solidFill>
                  <a:srgbClr val="374151"/>
                </a:solidFill>
                <a:effectLst/>
                <a:latin typeface="Droid Serif"/>
              </a:rPr>
              <a:t>The </a:t>
            </a:r>
            <a:r>
              <a:rPr lang="en-US" sz="2000" b="1" i="0" dirty="0">
                <a:solidFill>
                  <a:srgbClr val="374151"/>
                </a:solidFill>
                <a:effectLst/>
                <a:latin typeface="Droid Serif"/>
              </a:rPr>
              <a:t>critical section</a:t>
            </a:r>
            <a:r>
              <a:rPr lang="en-US" sz="2000" b="0" i="0" dirty="0">
                <a:solidFill>
                  <a:srgbClr val="374151"/>
                </a:solidFill>
                <a:effectLst/>
                <a:latin typeface="Droid Serif"/>
              </a:rPr>
              <a:t> refers to the segment of code where processes access shared resources, such as common variables and files, and perform write operations on them.</a:t>
            </a:r>
          </a:p>
          <a:p>
            <a:pPr algn="just"/>
            <a:endParaRPr lang="en-US" sz="2000" dirty="0">
              <a:solidFill>
                <a:srgbClr val="374151"/>
              </a:solidFill>
              <a:latin typeface="Droid Serif"/>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Solutions to the critical section problem:</a:t>
            </a:r>
          </a:p>
          <a:p>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Any solution to the critical section problem must satisfy the following requirements:</a:t>
            </a:r>
          </a:p>
          <a:p>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b="1" dirty="0">
                <a:latin typeface="Calibri" panose="020F0502020204030204" pitchFamily="34" charset="0"/>
                <a:ea typeface="Calibri" panose="020F0502020204030204" pitchFamily="34" charset="0"/>
                <a:cs typeface="Calibri" panose="020F0502020204030204" pitchFamily="34" charset="0"/>
              </a:rPr>
              <a:t>Mutual exclusion: </a:t>
            </a:r>
            <a:r>
              <a:rPr lang="en-US" sz="2000" dirty="0">
                <a:latin typeface="Calibri" panose="020F0502020204030204" pitchFamily="34" charset="0"/>
                <a:ea typeface="Calibri" panose="020F0502020204030204" pitchFamily="34" charset="0"/>
                <a:cs typeface="Calibri" panose="020F0502020204030204" pitchFamily="34" charset="0"/>
              </a:rPr>
              <a:t>When one process is executing in its critical section, no other process is allowed to execute in its critical section.</a:t>
            </a:r>
          </a:p>
          <a:p>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b="1" dirty="0">
                <a:latin typeface="Calibri" panose="020F0502020204030204" pitchFamily="34" charset="0"/>
                <a:ea typeface="Calibri" panose="020F0502020204030204" pitchFamily="34" charset="0"/>
                <a:cs typeface="Calibri" panose="020F0502020204030204" pitchFamily="34" charset="0"/>
              </a:rPr>
              <a:t>Progress: </a:t>
            </a:r>
            <a:r>
              <a:rPr lang="en-US" sz="2000" dirty="0">
                <a:latin typeface="Calibri" panose="020F0502020204030204" pitchFamily="34" charset="0"/>
                <a:ea typeface="Calibri" panose="020F0502020204030204" pitchFamily="34" charset="0"/>
                <a:cs typeface="Calibri" panose="020F0502020204030204" pitchFamily="34" charset="0"/>
              </a:rPr>
              <a:t>When no process is executing in its critical section, and there exists a process that wishes to enter its critical section, it should not have to wait indefinitely to enter it.</a:t>
            </a:r>
          </a:p>
          <a:p>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b="1" dirty="0">
                <a:latin typeface="Calibri" panose="020F0502020204030204" pitchFamily="34" charset="0"/>
                <a:ea typeface="Calibri" panose="020F0502020204030204" pitchFamily="34" charset="0"/>
                <a:cs typeface="Calibri" panose="020F0502020204030204" pitchFamily="34" charset="0"/>
              </a:rPr>
              <a:t>Bounded waiting:</a:t>
            </a:r>
            <a:r>
              <a:rPr lang="en-US" sz="2000" dirty="0">
                <a:latin typeface="Calibri" panose="020F0502020204030204" pitchFamily="34" charset="0"/>
                <a:ea typeface="Calibri" panose="020F0502020204030204" pitchFamily="34" charset="0"/>
                <a:cs typeface="Calibri" panose="020F0502020204030204" pitchFamily="34" charset="0"/>
              </a:rPr>
              <a:t> There must be a bound on the number of times a process is allowed to execute in its critical section, after another process has requested to enter its critical section and before that request is accepted.</a:t>
            </a:r>
            <a:endParaRPr lang="en-IN" sz="2000" dirty="0">
              <a:latin typeface="Calibri" panose="020F0502020204030204" pitchFamily="34" charset="0"/>
              <a:ea typeface="Calibri" panose="020F0502020204030204" pitchFamily="34" charset="0"/>
              <a:cs typeface="Calibri" panose="020F0502020204030204" pitchFamily="34" charset="0"/>
            </a:endParaRPr>
          </a:p>
          <a:p>
            <a:pPr algn="just"/>
            <a:endParaRPr lang="en-IN"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284539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5BA1D-89FB-1805-4E3D-C3B132FA9527}"/>
              </a:ext>
            </a:extLst>
          </p:cNvPr>
          <p:cNvSpPr>
            <a:spLocks noGrp="1"/>
          </p:cNvSpPr>
          <p:nvPr>
            <p:ph type="title"/>
          </p:nvPr>
        </p:nvSpPr>
        <p:spPr>
          <a:xfrm>
            <a:off x="1069848" y="484632"/>
            <a:ext cx="10058400" cy="935954"/>
          </a:xfrm>
        </p:spPr>
        <p:txBody>
          <a:bodyPr>
            <a:normAutofit/>
          </a:bodyPr>
          <a:lstStyle/>
          <a:p>
            <a:r>
              <a:rPr lang="en-IN" sz="3600" dirty="0"/>
              <a:t>PROCESS SYNCHRONIZATION</a:t>
            </a:r>
          </a:p>
        </p:txBody>
      </p:sp>
      <p:sp>
        <p:nvSpPr>
          <p:cNvPr id="6" name="AutoShape 2" descr="approaches for inter process communication.">
            <a:extLst>
              <a:ext uri="{FF2B5EF4-FFF2-40B4-BE49-F238E27FC236}">
                <a16:creationId xmlns:a16="http://schemas.microsoft.com/office/drawing/2014/main" id="{CA63C159-DA25-3DEB-DEA3-662AC9EC4E3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approaches for inter process communication.">
            <a:extLst>
              <a:ext uri="{FF2B5EF4-FFF2-40B4-BE49-F238E27FC236}">
                <a16:creationId xmlns:a16="http://schemas.microsoft.com/office/drawing/2014/main" id="{F5464E14-EF65-1A05-D6E4-E572FBA9F20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1">
            <a:extLst>
              <a:ext uri="{FF2B5EF4-FFF2-40B4-BE49-F238E27FC236}">
                <a16:creationId xmlns:a16="http://schemas.microsoft.com/office/drawing/2014/main" id="{E53F482B-6C64-1867-2718-AF8929252952}"/>
              </a:ext>
            </a:extLst>
          </p:cNvPr>
          <p:cNvSpPr>
            <a:spLocks noChangeArrowheads="1"/>
          </p:cNvSpPr>
          <p:nvPr/>
        </p:nvSpPr>
        <p:spPr bwMode="auto">
          <a:xfrm>
            <a:off x="0" y="94908"/>
            <a:ext cx="0" cy="26738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522" tIns="0" rIns="-9522" bIns="-952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A3B03308-488A-0084-D9FE-9BF8A1E50AD7}"/>
              </a:ext>
            </a:extLst>
          </p:cNvPr>
          <p:cNvSpPr>
            <a:spLocks noChangeArrowheads="1"/>
          </p:cNvSpPr>
          <p:nvPr/>
        </p:nvSpPr>
        <p:spPr bwMode="auto">
          <a:xfrm>
            <a:off x="0" y="67017"/>
            <a:ext cx="184731" cy="3231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6EC7E9FD-DE0D-35FE-4034-581DCD1068E4}"/>
              </a:ext>
            </a:extLst>
          </p:cNvPr>
          <p:cNvSpPr txBox="1"/>
          <p:nvPr/>
        </p:nvSpPr>
        <p:spPr>
          <a:xfrm>
            <a:off x="1063752" y="1420586"/>
            <a:ext cx="10523411" cy="1600438"/>
          </a:xfrm>
          <a:prstGeom prst="rect">
            <a:avLst/>
          </a:prstGeom>
          <a:noFill/>
        </p:spPr>
        <p:txBody>
          <a:bodyPr wrap="square" rtlCol="0">
            <a:spAutoFit/>
          </a:bodyPr>
          <a:lstStyle/>
          <a:p>
            <a:pPr algn="just"/>
            <a:r>
              <a:rPr lang="en-IN" sz="2000" b="0" i="0" dirty="0">
                <a:solidFill>
                  <a:srgbClr val="374151"/>
                </a:solidFill>
                <a:effectLst/>
                <a:latin typeface="Droid Serif"/>
              </a:rPr>
              <a:t>Generalized Structure of Process considered for Critical Section Problem Solution:</a:t>
            </a:r>
          </a:p>
          <a:p>
            <a:pPr algn="just"/>
            <a:endParaRPr lang="en-IN" sz="2000" dirty="0">
              <a:solidFill>
                <a:srgbClr val="374151"/>
              </a:solidFill>
              <a:latin typeface="Droid Serif"/>
              <a:ea typeface="Calibri" panose="020F0502020204030204" pitchFamily="34" charset="0"/>
              <a:cs typeface="Calibri" panose="020F0502020204030204" pitchFamily="34" charset="0"/>
            </a:endParaRPr>
          </a:p>
          <a:p>
            <a:pPr algn="just"/>
            <a:endParaRPr lang="en-IN" sz="2000" dirty="0">
              <a:solidFill>
                <a:srgbClr val="374151"/>
              </a:solidFill>
              <a:latin typeface="Droid Serif"/>
              <a:ea typeface="Calibri" panose="020F0502020204030204" pitchFamily="34" charset="0"/>
              <a:cs typeface="Calibri" panose="020F0502020204030204" pitchFamily="34" charset="0"/>
            </a:endParaRPr>
          </a:p>
          <a:p>
            <a:pPr algn="just"/>
            <a:endParaRPr lang="en-IN" sz="2000" dirty="0">
              <a:latin typeface="Calibri" panose="020F0502020204030204" pitchFamily="34" charset="0"/>
              <a:ea typeface="Calibri" panose="020F0502020204030204" pitchFamily="34" charset="0"/>
              <a:cs typeface="Calibri" panose="020F0502020204030204" pitchFamily="34" charset="0"/>
            </a:endParaRPr>
          </a:p>
          <a:p>
            <a:pPr algn="just"/>
            <a:endParaRPr lang="en-IN" b="1" dirty="0">
              <a:latin typeface="Calibri" panose="020F0502020204030204" pitchFamily="34" charset="0"/>
              <a:ea typeface="Calibri" panose="020F0502020204030204" pitchFamily="34" charset="0"/>
              <a:cs typeface="Calibri" panose="020F0502020204030204" pitchFamily="34" charset="0"/>
            </a:endParaRPr>
          </a:p>
        </p:txBody>
      </p:sp>
      <p:pic>
        <p:nvPicPr>
          <p:cNvPr id="3074" name="Picture 2" descr="critical section problem">
            <a:extLst>
              <a:ext uri="{FF2B5EF4-FFF2-40B4-BE49-F238E27FC236}">
                <a16:creationId xmlns:a16="http://schemas.microsoft.com/office/drawing/2014/main" id="{8167863A-1E4B-0EDF-7A73-53CCAEACEB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2937" y="2118653"/>
            <a:ext cx="3286125" cy="3676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61143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5BA1D-89FB-1805-4E3D-C3B132FA9527}"/>
              </a:ext>
            </a:extLst>
          </p:cNvPr>
          <p:cNvSpPr>
            <a:spLocks noGrp="1"/>
          </p:cNvSpPr>
          <p:nvPr>
            <p:ph type="title"/>
          </p:nvPr>
        </p:nvSpPr>
        <p:spPr>
          <a:xfrm>
            <a:off x="1069848" y="484632"/>
            <a:ext cx="10058400" cy="935954"/>
          </a:xfrm>
        </p:spPr>
        <p:txBody>
          <a:bodyPr>
            <a:normAutofit/>
          </a:bodyPr>
          <a:lstStyle/>
          <a:p>
            <a:r>
              <a:rPr lang="en-IN" sz="3600" dirty="0"/>
              <a:t>PROCESS SYNCHRONIZATION</a:t>
            </a:r>
          </a:p>
        </p:txBody>
      </p:sp>
      <p:sp>
        <p:nvSpPr>
          <p:cNvPr id="6" name="AutoShape 2" descr="approaches for inter process communication.">
            <a:extLst>
              <a:ext uri="{FF2B5EF4-FFF2-40B4-BE49-F238E27FC236}">
                <a16:creationId xmlns:a16="http://schemas.microsoft.com/office/drawing/2014/main" id="{CA63C159-DA25-3DEB-DEA3-662AC9EC4E3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approaches for inter process communication.">
            <a:extLst>
              <a:ext uri="{FF2B5EF4-FFF2-40B4-BE49-F238E27FC236}">
                <a16:creationId xmlns:a16="http://schemas.microsoft.com/office/drawing/2014/main" id="{F5464E14-EF65-1A05-D6E4-E572FBA9F20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1">
            <a:extLst>
              <a:ext uri="{FF2B5EF4-FFF2-40B4-BE49-F238E27FC236}">
                <a16:creationId xmlns:a16="http://schemas.microsoft.com/office/drawing/2014/main" id="{E53F482B-6C64-1867-2718-AF8929252952}"/>
              </a:ext>
            </a:extLst>
          </p:cNvPr>
          <p:cNvSpPr>
            <a:spLocks noChangeArrowheads="1"/>
          </p:cNvSpPr>
          <p:nvPr/>
        </p:nvSpPr>
        <p:spPr bwMode="auto">
          <a:xfrm>
            <a:off x="0" y="94908"/>
            <a:ext cx="0" cy="26738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522" tIns="0" rIns="-9522" bIns="-952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A3B03308-488A-0084-D9FE-9BF8A1E50AD7}"/>
              </a:ext>
            </a:extLst>
          </p:cNvPr>
          <p:cNvSpPr>
            <a:spLocks noChangeArrowheads="1"/>
          </p:cNvSpPr>
          <p:nvPr/>
        </p:nvSpPr>
        <p:spPr bwMode="auto">
          <a:xfrm>
            <a:off x="0" y="67017"/>
            <a:ext cx="184731" cy="3231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6EC7E9FD-DE0D-35FE-4034-581DCD1068E4}"/>
              </a:ext>
            </a:extLst>
          </p:cNvPr>
          <p:cNvSpPr txBox="1"/>
          <p:nvPr/>
        </p:nvSpPr>
        <p:spPr>
          <a:xfrm>
            <a:off x="1063752" y="1420586"/>
            <a:ext cx="10523411" cy="4190058"/>
          </a:xfrm>
          <a:prstGeom prst="rect">
            <a:avLst/>
          </a:prstGeom>
          <a:noFill/>
        </p:spPr>
        <p:txBody>
          <a:bodyPr wrap="square" rtlCol="0">
            <a:spAutoFit/>
          </a:bodyPr>
          <a:lstStyle/>
          <a:p>
            <a:pPr algn="just"/>
            <a:r>
              <a:rPr lang="en-IN" b="1" dirty="0">
                <a:latin typeface="Calibri" panose="020F0502020204030204" pitchFamily="34" charset="0"/>
                <a:ea typeface="Calibri" panose="020F0502020204030204" pitchFamily="34" charset="0"/>
                <a:cs typeface="Calibri" panose="020F0502020204030204" pitchFamily="34" charset="0"/>
              </a:rPr>
              <a:t>SOLUTIONS OF CRITICAL SECTION PROBLEM:</a:t>
            </a:r>
          </a:p>
          <a:p>
            <a:pPr algn="just"/>
            <a:endParaRPr lang="en-IN" b="1" dirty="0">
              <a:latin typeface="Calibri" panose="020F0502020204030204" pitchFamily="34" charset="0"/>
              <a:ea typeface="Calibri" panose="020F0502020204030204" pitchFamily="34" charset="0"/>
              <a:cs typeface="Calibri" panose="020F0502020204030204" pitchFamily="34" charset="0"/>
            </a:endParaRPr>
          </a:p>
          <a:p>
            <a:pPr marL="285750" indent="-285750" algn="just">
              <a:lnSpc>
                <a:spcPct val="250000"/>
              </a:lnSpc>
              <a:buFont typeface="Wingdings" panose="05000000000000000000" pitchFamily="2" charset="2"/>
              <a:buChar char="ü"/>
            </a:pPr>
            <a:r>
              <a:rPr lang="en-IN" sz="2400" dirty="0">
                <a:latin typeface="Calibri" panose="020F0502020204030204" pitchFamily="34" charset="0"/>
                <a:ea typeface="Calibri" panose="020F0502020204030204" pitchFamily="34" charset="0"/>
                <a:cs typeface="Calibri" panose="020F0502020204030204" pitchFamily="34" charset="0"/>
              </a:rPr>
              <a:t>MUTEX</a:t>
            </a:r>
          </a:p>
          <a:p>
            <a:pPr marL="285750" indent="-285750" algn="just">
              <a:lnSpc>
                <a:spcPct val="250000"/>
              </a:lnSpc>
              <a:buFont typeface="Wingdings" panose="05000000000000000000" pitchFamily="2" charset="2"/>
              <a:buChar char="ü"/>
            </a:pPr>
            <a:r>
              <a:rPr lang="en-IN" sz="2400" dirty="0">
                <a:latin typeface="Calibri" panose="020F0502020204030204" pitchFamily="34" charset="0"/>
                <a:ea typeface="Calibri" panose="020F0502020204030204" pitchFamily="34" charset="0"/>
                <a:cs typeface="Calibri" panose="020F0502020204030204" pitchFamily="34" charset="0"/>
              </a:rPr>
              <a:t>LOCKS</a:t>
            </a:r>
          </a:p>
          <a:p>
            <a:pPr marL="285750" indent="-285750" algn="just">
              <a:lnSpc>
                <a:spcPct val="250000"/>
              </a:lnSpc>
              <a:buFont typeface="Wingdings" panose="05000000000000000000" pitchFamily="2" charset="2"/>
              <a:buChar char="ü"/>
            </a:pPr>
            <a:r>
              <a:rPr lang="en-IN" sz="2400" dirty="0">
                <a:latin typeface="Calibri" panose="020F0502020204030204" pitchFamily="34" charset="0"/>
                <a:ea typeface="Calibri" panose="020F0502020204030204" pitchFamily="34" charset="0"/>
                <a:cs typeface="Calibri" panose="020F0502020204030204" pitchFamily="34" charset="0"/>
              </a:rPr>
              <a:t>MONITORS</a:t>
            </a:r>
          </a:p>
          <a:p>
            <a:pPr marL="285750" indent="-285750" algn="just">
              <a:lnSpc>
                <a:spcPct val="250000"/>
              </a:lnSpc>
              <a:buFont typeface="Wingdings" panose="05000000000000000000" pitchFamily="2" charset="2"/>
              <a:buChar char="ü"/>
            </a:pPr>
            <a:r>
              <a:rPr lang="en-IN" sz="2400" dirty="0">
                <a:latin typeface="Calibri" panose="020F0502020204030204" pitchFamily="34" charset="0"/>
                <a:ea typeface="Calibri" panose="020F0502020204030204" pitchFamily="34" charset="0"/>
                <a:cs typeface="Calibri" panose="020F0502020204030204" pitchFamily="34" charset="0"/>
              </a:rPr>
              <a:t>SEMAPHORE</a:t>
            </a:r>
          </a:p>
        </p:txBody>
      </p:sp>
    </p:spTree>
    <p:extLst>
      <p:ext uri="{BB962C8B-B14F-4D97-AF65-F5344CB8AC3E}">
        <p14:creationId xmlns:p14="http://schemas.microsoft.com/office/powerpoint/2010/main" val="307962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5BA1D-89FB-1805-4E3D-C3B132FA9527}"/>
              </a:ext>
            </a:extLst>
          </p:cNvPr>
          <p:cNvSpPr>
            <a:spLocks noGrp="1"/>
          </p:cNvSpPr>
          <p:nvPr>
            <p:ph type="title"/>
          </p:nvPr>
        </p:nvSpPr>
        <p:spPr>
          <a:xfrm>
            <a:off x="1069848" y="484632"/>
            <a:ext cx="10058400" cy="935954"/>
          </a:xfrm>
        </p:spPr>
        <p:txBody>
          <a:bodyPr>
            <a:normAutofit/>
          </a:bodyPr>
          <a:lstStyle/>
          <a:p>
            <a:r>
              <a:rPr lang="en-IN" sz="3600" dirty="0"/>
              <a:t>PROCESS SYNCHRONIZATION</a:t>
            </a:r>
          </a:p>
        </p:txBody>
      </p:sp>
      <p:sp>
        <p:nvSpPr>
          <p:cNvPr id="6" name="AutoShape 2" descr="approaches for inter process communication.">
            <a:extLst>
              <a:ext uri="{FF2B5EF4-FFF2-40B4-BE49-F238E27FC236}">
                <a16:creationId xmlns:a16="http://schemas.microsoft.com/office/drawing/2014/main" id="{CA63C159-DA25-3DEB-DEA3-662AC9EC4E3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approaches for inter process communication.">
            <a:extLst>
              <a:ext uri="{FF2B5EF4-FFF2-40B4-BE49-F238E27FC236}">
                <a16:creationId xmlns:a16="http://schemas.microsoft.com/office/drawing/2014/main" id="{F5464E14-EF65-1A05-D6E4-E572FBA9F20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1">
            <a:extLst>
              <a:ext uri="{FF2B5EF4-FFF2-40B4-BE49-F238E27FC236}">
                <a16:creationId xmlns:a16="http://schemas.microsoft.com/office/drawing/2014/main" id="{E53F482B-6C64-1867-2718-AF8929252952}"/>
              </a:ext>
            </a:extLst>
          </p:cNvPr>
          <p:cNvSpPr>
            <a:spLocks noChangeArrowheads="1"/>
          </p:cNvSpPr>
          <p:nvPr/>
        </p:nvSpPr>
        <p:spPr bwMode="auto">
          <a:xfrm>
            <a:off x="0" y="94908"/>
            <a:ext cx="0" cy="26738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522" tIns="0" rIns="-9522" bIns="-952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A3B03308-488A-0084-D9FE-9BF8A1E50AD7}"/>
              </a:ext>
            </a:extLst>
          </p:cNvPr>
          <p:cNvSpPr>
            <a:spLocks noChangeArrowheads="1"/>
          </p:cNvSpPr>
          <p:nvPr/>
        </p:nvSpPr>
        <p:spPr bwMode="auto">
          <a:xfrm>
            <a:off x="0" y="67017"/>
            <a:ext cx="184731" cy="3231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6EC7E9FD-DE0D-35FE-4034-581DCD1068E4}"/>
              </a:ext>
            </a:extLst>
          </p:cNvPr>
          <p:cNvSpPr txBox="1"/>
          <p:nvPr/>
        </p:nvSpPr>
        <p:spPr>
          <a:xfrm>
            <a:off x="1063752" y="1420586"/>
            <a:ext cx="10523411" cy="5262979"/>
          </a:xfrm>
          <a:prstGeom prst="rect">
            <a:avLst/>
          </a:prstGeom>
          <a:noFill/>
        </p:spPr>
        <p:txBody>
          <a:bodyPr wrap="square" rtlCol="0">
            <a:spAutoFit/>
          </a:bodyPr>
          <a:lstStyle/>
          <a:p>
            <a:pPr algn="just"/>
            <a:r>
              <a:rPr lang="en-IN" sz="2400" b="1" dirty="0">
                <a:latin typeface="Calibri" panose="020F0502020204030204" pitchFamily="34" charset="0"/>
                <a:ea typeface="Calibri" panose="020F0502020204030204" pitchFamily="34" charset="0"/>
                <a:cs typeface="Calibri" panose="020F0502020204030204" pitchFamily="34" charset="0"/>
              </a:rPr>
              <a:t>SEMAPHORE</a:t>
            </a:r>
          </a:p>
          <a:p>
            <a:pPr algn="just"/>
            <a:endParaRPr lang="en-IN" sz="2400" b="1" dirty="0">
              <a:latin typeface="Calibri" panose="020F0502020204030204" pitchFamily="34" charset="0"/>
              <a:ea typeface="Calibri" panose="020F0502020204030204" pitchFamily="34" charset="0"/>
              <a:cs typeface="Calibri" panose="020F0502020204030204" pitchFamily="34" charset="0"/>
            </a:endParaRPr>
          </a:p>
          <a:p>
            <a:pPr algn="just"/>
            <a:r>
              <a:rPr lang="en-US" sz="2400" dirty="0">
                <a:latin typeface="Calibri" panose="020F0502020204030204" pitchFamily="34" charset="0"/>
                <a:ea typeface="Calibri" panose="020F0502020204030204" pitchFamily="34" charset="0"/>
                <a:cs typeface="Calibri" panose="020F0502020204030204" pitchFamily="34" charset="0"/>
              </a:rPr>
              <a:t>Semaphore in OS is a synchronization tool used to regulate access to shared resources such as files, memory, or network connections. It is essentially a variable that controls access to the shared resource.</a:t>
            </a:r>
          </a:p>
          <a:p>
            <a:pPr algn="just"/>
            <a:endParaRPr lang="en-US" sz="2400" dirty="0">
              <a:latin typeface="Calibri" panose="020F0502020204030204" pitchFamily="34" charset="0"/>
              <a:ea typeface="Calibri" panose="020F0502020204030204" pitchFamily="34" charset="0"/>
              <a:cs typeface="Calibri" panose="020F0502020204030204" pitchFamily="34" charset="0"/>
            </a:endParaRPr>
          </a:p>
          <a:p>
            <a:pPr algn="just"/>
            <a:r>
              <a:rPr lang="en-US" sz="2400" dirty="0">
                <a:latin typeface="Calibri" panose="020F0502020204030204" pitchFamily="34" charset="0"/>
                <a:ea typeface="Calibri" panose="020F0502020204030204" pitchFamily="34" charset="0"/>
                <a:cs typeface="Calibri" panose="020F0502020204030204" pitchFamily="34" charset="0"/>
              </a:rPr>
              <a:t>Semaphores are integer variables, their value acts as a signal, which allows or does not allow a process to access the critical section of code or certain other</a:t>
            </a:r>
          </a:p>
          <a:p>
            <a:pPr algn="just"/>
            <a:endParaRPr lang="en-US" sz="2400" dirty="0">
              <a:latin typeface="Calibri" panose="020F0502020204030204" pitchFamily="34" charset="0"/>
              <a:ea typeface="Calibri" panose="020F0502020204030204" pitchFamily="34" charset="0"/>
              <a:cs typeface="Calibri" panose="020F0502020204030204" pitchFamily="34" charset="0"/>
            </a:endParaRPr>
          </a:p>
          <a:p>
            <a:pPr algn="just"/>
            <a:r>
              <a:rPr lang="en-US" sz="2400" dirty="0">
                <a:latin typeface="Calibri" panose="020F0502020204030204" pitchFamily="34" charset="0"/>
                <a:ea typeface="Calibri" panose="020F0502020204030204" pitchFamily="34" charset="0"/>
                <a:cs typeface="Calibri" panose="020F0502020204030204" pitchFamily="34" charset="0"/>
              </a:rPr>
              <a:t>There are mainly two types of Semaphores, or two types of signaling integer variables:</a:t>
            </a:r>
          </a:p>
          <a:p>
            <a:pPr algn="just"/>
            <a:endParaRPr lang="en-US" sz="2400" dirty="0">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Wingdings" panose="05000000000000000000" pitchFamily="2" charset="2"/>
              <a:buChar char="ü"/>
            </a:pPr>
            <a:r>
              <a:rPr lang="en-US" sz="2400" dirty="0">
                <a:latin typeface="Calibri" panose="020F0502020204030204" pitchFamily="34" charset="0"/>
                <a:ea typeface="Calibri" panose="020F0502020204030204" pitchFamily="34" charset="0"/>
                <a:cs typeface="Calibri" panose="020F0502020204030204" pitchFamily="34" charset="0"/>
              </a:rPr>
              <a:t>Binary Semaphores</a:t>
            </a:r>
          </a:p>
          <a:p>
            <a:pPr marL="342900" indent="-342900" algn="just">
              <a:buFont typeface="Wingdings" panose="05000000000000000000" pitchFamily="2" charset="2"/>
              <a:buChar char="ü"/>
            </a:pPr>
            <a:r>
              <a:rPr lang="en-US" sz="2400" dirty="0">
                <a:latin typeface="Calibri" panose="020F0502020204030204" pitchFamily="34" charset="0"/>
                <a:ea typeface="Calibri" panose="020F0502020204030204" pitchFamily="34" charset="0"/>
                <a:cs typeface="Calibri" panose="020F0502020204030204" pitchFamily="34" charset="0"/>
              </a:rPr>
              <a:t>Counting Semaphores</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540149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5BA1D-89FB-1805-4E3D-C3B132FA9527}"/>
              </a:ext>
            </a:extLst>
          </p:cNvPr>
          <p:cNvSpPr>
            <a:spLocks noGrp="1"/>
          </p:cNvSpPr>
          <p:nvPr>
            <p:ph type="title"/>
          </p:nvPr>
        </p:nvSpPr>
        <p:spPr>
          <a:xfrm>
            <a:off x="1069848" y="484632"/>
            <a:ext cx="10058400" cy="935954"/>
          </a:xfrm>
        </p:spPr>
        <p:txBody>
          <a:bodyPr>
            <a:normAutofit/>
          </a:bodyPr>
          <a:lstStyle/>
          <a:p>
            <a:r>
              <a:rPr lang="en-IN" sz="3600" dirty="0"/>
              <a:t>PROCESS SYNCHRONIZATION</a:t>
            </a:r>
          </a:p>
        </p:txBody>
      </p:sp>
      <p:sp>
        <p:nvSpPr>
          <p:cNvPr id="6" name="AutoShape 2" descr="approaches for inter process communication.">
            <a:extLst>
              <a:ext uri="{FF2B5EF4-FFF2-40B4-BE49-F238E27FC236}">
                <a16:creationId xmlns:a16="http://schemas.microsoft.com/office/drawing/2014/main" id="{CA63C159-DA25-3DEB-DEA3-662AC9EC4E3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approaches for inter process communication.">
            <a:extLst>
              <a:ext uri="{FF2B5EF4-FFF2-40B4-BE49-F238E27FC236}">
                <a16:creationId xmlns:a16="http://schemas.microsoft.com/office/drawing/2014/main" id="{F5464E14-EF65-1A05-D6E4-E572FBA9F20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1">
            <a:extLst>
              <a:ext uri="{FF2B5EF4-FFF2-40B4-BE49-F238E27FC236}">
                <a16:creationId xmlns:a16="http://schemas.microsoft.com/office/drawing/2014/main" id="{E53F482B-6C64-1867-2718-AF8929252952}"/>
              </a:ext>
            </a:extLst>
          </p:cNvPr>
          <p:cNvSpPr>
            <a:spLocks noChangeArrowheads="1"/>
          </p:cNvSpPr>
          <p:nvPr/>
        </p:nvSpPr>
        <p:spPr bwMode="auto">
          <a:xfrm>
            <a:off x="0" y="94908"/>
            <a:ext cx="0" cy="26738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522" tIns="0" rIns="-9522" bIns="-952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A3B03308-488A-0084-D9FE-9BF8A1E50AD7}"/>
              </a:ext>
            </a:extLst>
          </p:cNvPr>
          <p:cNvSpPr>
            <a:spLocks noChangeArrowheads="1"/>
          </p:cNvSpPr>
          <p:nvPr/>
        </p:nvSpPr>
        <p:spPr bwMode="auto">
          <a:xfrm>
            <a:off x="0" y="67017"/>
            <a:ext cx="184731" cy="3231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6EC7E9FD-DE0D-35FE-4034-581DCD1068E4}"/>
              </a:ext>
            </a:extLst>
          </p:cNvPr>
          <p:cNvSpPr txBox="1"/>
          <p:nvPr/>
        </p:nvSpPr>
        <p:spPr>
          <a:xfrm>
            <a:off x="1139094" y="1549174"/>
            <a:ext cx="10523411" cy="1154162"/>
          </a:xfrm>
          <a:prstGeom prst="rect">
            <a:avLst/>
          </a:prstGeom>
          <a:noFill/>
        </p:spPr>
        <p:txBody>
          <a:bodyPr wrap="square" rtlCol="0">
            <a:spAutoFit/>
          </a:bodyPr>
          <a:lstStyle/>
          <a:p>
            <a:pPr algn="just"/>
            <a:r>
              <a:rPr lang="en-IN" sz="2400" b="1" dirty="0">
                <a:latin typeface="Calibri" panose="020F0502020204030204" pitchFamily="34" charset="0"/>
                <a:ea typeface="Calibri" panose="020F0502020204030204" pitchFamily="34" charset="0"/>
                <a:cs typeface="Calibri" panose="020F0502020204030204" pitchFamily="34" charset="0"/>
              </a:rPr>
              <a:t>SEMAPHORE</a:t>
            </a:r>
          </a:p>
          <a:p>
            <a:pPr algn="just"/>
            <a:endParaRPr lang="en-IN" sz="900" b="1"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Operations in Semaphores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82828"/>
                </a:solidFill>
                <a:effectLst/>
                <a:latin typeface="Calibri" panose="020F0502020204030204" pitchFamily="34" charset="0"/>
                <a:ea typeface="Calibri" panose="020F0502020204030204" pitchFamily="34" charset="0"/>
                <a:cs typeface="Calibri" panose="020F0502020204030204" pitchFamily="34" charset="0"/>
              </a:rPr>
              <a:t>Wait() and signal() are the two basic operations used to manipulate semaphores in an operating system.</a:t>
            </a:r>
          </a:p>
        </p:txBody>
      </p:sp>
      <p:sp>
        <p:nvSpPr>
          <p:cNvPr id="4" name="Rectangle 1">
            <a:extLst>
              <a:ext uri="{FF2B5EF4-FFF2-40B4-BE49-F238E27FC236}">
                <a16:creationId xmlns:a16="http://schemas.microsoft.com/office/drawing/2014/main" id="{189F8451-0BA6-7ECA-9CF1-B16622CED544}"/>
              </a:ext>
            </a:extLst>
          </p:cNvPr>
          <p:cNvSpPr>
            <a:spLocks noChangeArrowheads="1"/>
          </p:cNvSpPr>
          <p:nvPr/>
        </p:nvSpPr>
        <p:spPr bwMode="auto">
          <a:xfrm>
            <a:off x="0" y="-38099"/>
            <a:ext cx="184731"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2539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5D408FC7-2C8D-D0DA-6BB4-13A9FBB3AF4A}"/>
              </a:ext>
            </a:extLst>
          </p:cNvPr>
          <p:cNvSpPr txBox="1"/>
          <p:nvPr/>
        </p:nvSpPr>
        <p:spPr>
          <a:xfrm>
            <a:off x="1147762" y="2703336"/>
            <a:ext cx="5100638" cy="3970318"/>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282828"/>
                </a:solidFill>
                <a:effectLst/>
                <a:latin typeface="Calibri" panose="020F0502020204030204" pitchFamily="34" charset="0"/>
                <a:ea typeface="Calibri" panose="020F0502020204030204" pitchFamily="34" charset="0"/>
                <a:cs typeface="Calibri" panose="020F0502020204030204" pitchFamily="34" charset="0"/>
              </a:rPr>
              <a:t>Wait():</a:t>
            </a:r>
          </a:p>
          <a:p>
            <a:pPr marL="0" marR="0" lvl="0" indent="0" algn="l" defTabSz="914400" rtl="0" eaLnBrk="0" fontAlgn="base" latinLnBrk="0" hangingPunct="0">
              <a:lnSpc>
                <a:spcPct val="100000"/>
              </a:lnSpc>
              <a:spcBef>
                <a:spcPct val="0"/>
              </a:spcBef>
              <a:spcAft>
                <a:spcPct val="0"/>
              </a:spcAft>
              <a:buClrTx/>
              <a:buSzTx/>
              <a:tabLst/>
            </a:pPr>
            <a:br>
              <a:rPr kumimoji="0" lang="en-US" altLang="en-US" b="0" i="0" u="none" strike="noStrike" cap="none" normalizeH="0" baseline="0" dirty="0">
                <a:ln>
                  <a:noFill/>
                </a:ln>
                <a:solidFill>
                  <a:srgbClr val="282828"/>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b="0" i="0" u="none" strike="noStrike" cap="none" normalizeH="0" baseline="0" dirty="0">
                <a:ln>
                  <a:noFill/>
                </a:ln>
                <a:solidFill>
                  <a:srgbClr val="282828"/>
                </a:solidFill>
                <a:effectLst/>
                <a:latin typeface="Calibri" panose="020F0502020204030204" pitchFamily="34" charset="0"/>
                <a:ea typeface="Calibri" panose="020F0502020204030204" pitchFamily="34" charset="0"/>
                <a:cs typeface="Calibri" panose="020F0502020204030204" pitchFamily="34" charset="0"/>
              </a:rPr>
              <a:t>When a process or thread performs a wait() operation on a semaphore, it checks the current value of the semaphore. If the value is positive, the process or thread acquires the semaphore and decrements its value. If the value is zero, the process or thread is blocked and added to a queue of waiting processes until the semaphore’s value becomes positive.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rgbClr val="282828"/>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282828"/>
                </a:solidFill>
                <a:effectLst/>
                <a:latin typeface="Calibri" panose="020F0502020204030204" pitchFamily="34" charset="0"/>
                <a:ea typeface="Calibri" panose="020F0502020204030204" pitchFamily="34" charset="0"/>
                <a:cs typeface="Calibri" panose="020F0502020204030204" pitchFamily="34" charset="0"/>
              </a:rPr>
              <a:t>Syntax of Wait():</a:t>
            </a:r>
            <a:endParaRPr kumimoji="0" lang="en-US" altLang="en-US" b="0" i="0" u="none" strike="noStrike" cap="none" normalizeH="0" baseline="0" dirty="0">
              <a:ln>
                <a:noFill/>
              </a:ln>
              <a:solidFill>
                <a:srgbClr val="282828"/>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82828"/>
                </a:solidFill>
                <a:effectLst/>
                <a:latin typeface="Calibri" panose="020F0502020204030204" pitchFamily="34" charset="0"/>
                <a:ea typeface="Calibri" panose="020F0502020204030204" pitchFamily="34" charset="0"/>
                <a:cs typeface="Calibri" panose="020F0502020204030204" pitchFamily="34" charset="0"/>
              </a:rPr>
              <a:t>      wait(S) {  </a:t>
            </a:r>
            <a:r>
              <a:rPr lang="en-US" altLang="en-US" dirty="0">
                <a:solidFill>
                  <a:srgbClr val="282828"/>
                </a:solidFill>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a:ln>
                  <a:noFill/>
                </a:ln>
                <a:solidFill>
                  <a:srgbClr val="282828"/>
                </a:solidFill>
                <a:effectLst/>
                <a:latin typeface="Calibri" panose="020F0502020204030204" pitchFamily="34" charset="0"/>
                <a:ea typeface="Calibri" panose="020F0502020204030204" pitchFamily="34" charset="0"/>
                <a:cs typeface="Calibri" panose="020F0502020204030204" pitchFamily="34" charset="0"/>
              </a:rPr>
              <a:t>while (S&lt;=0);  S--; </a:t>
            </a:r>
            <a:r>
              <a:rPr lang="en-US" altLang="en-US" dirty="0">
                <a:solidFill>
                  <a:srgbClr val="282828"/>
                </a:solidFill>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a:ln>
                  <a:noFill/>
                </a:ln>
                <a:solidFill>
                  <a:srgbClr val="282828"/>
                </a:solidFill>
                <a:effectLst/>
                <a:latin typeface="Calibri" panose="020F0502020204030204" pitchFamily="34" charset="0"/>
                <a:ea typeface="Calibri" panose="020F0502020204030204" pitchFamily="34" charset="0"/>
                <a:cs typeface="Calibri" panose="020F0502020204030204" pitchFamily="34" charset="0"/>
              </a:rPr>
              <a:t>}</a:t>
            </a:r>
          </a:p>
        </p:txBody>
      </p:sp>
      <p:sp>
        <p:nvSpPr>
          <p:cNvPr id="10" name="TextBox 9">
            <a:extLst>
              <a:ext uri="{FF2B5EF4-FFF2-40B4-BE49-F238E27FC236}">
                <a16:creationId xmlns:a16="http://schemas.microsoft.com/office/drawing/2014/main" id="{609E3149-5F9D-C0E1-C493-1E45E11E1532}"/>
              </a:ext>
            </a:extLst>
          </p:cNvPr>
          <p:cNvSpPr txBox="1"/>
          <p:nvPr/>
        </p:nvSpPr>
        <p:spPr>
          <a:xfrm>
            <a:off x="6400799" y="2957048"/>
            <a:ext cx="4886325" cy="34163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282828"/>
                </a:solidFill>
                <a:effectLst/>
                <a:latin typeface="Calibri" panose="020F0502020204030204" pitchFamily="34" charset="0"/>
                <a:ea typeface="Calibri" panose="020F0502020204030204" pitchFamily="34" charset="0"/>
                <a:cs typeface="Calibri" panose="020F0502020204030204" pitchFamily="34" charset="0"/>
              </a:rPr>
              <a:t>Signal():</a:t>
            </a:r>
          </a:p>
          <a:p>
            <a:pPr marL="0" marR="0" lvl="0" indent="0" algn="l" defTabSz="914400" rtl="0" eaLnBrk="0" fontAlgn="base" latinLnBrk="0" hangingPunct="0">
              <a:lnSpc>
                <a:spcPct val="100000"/>
              </a:lnSpc>
              <a:spcBef>
                <a:spcPct val="0"/>
              </a:spcBef>
              <a:spcAft>
                <a:spcPct val="0"/>
              </a:spcAft>
              <a:buClrTx/>
              <a:buSzTx/>
              <a:tabLst/>
            </a:pPr>
            <a:br>
              <a:rPr kumimoji="0" lang="en-US" altLang="en-US" b="0" i="0" u="none" strike="noStrike" cap="none" normalizeH="0" baseline="0" dirty="0">
                <a:ln>
                  <a:noFill/>
                </a:ln>
                <a:solidFill>
                  <a:srgbClr val="282828"/>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b="0" i="0" u="none" strike="noStrike" cap="none" normalizeH="0" baseline="0" dirty="0">
                <a:ln>
                  <a:noFill/>
                </a:ln>
                <a:solidFill>
                  <a:srgbClr val="282828"/>
                </a:solidFill>
                <a:effectLst/>
                <a:latin typeface="Calibri" panose="020F0502020204030204" pitchFamily="34" charset="0"/>
                <a:ea typeface="Calibri" panose="020F0502020204030204" pitchFamily="34" charset="0"/>
                <a:cs typeface="Calibri" panose="020F0502020204030204" pitchFamily="34" charset="0"/>
              </a:rPr>
              <a:t>When a process or thread performs a signal() operation on a semaphore, it increments the semaphore's value. If there are any processes or threads waiting on the semaphore, one of them is unblocked and allowed to acquire the semaphore.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rgbClr val="282828"/>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282828"/>
                </a:solidFill>
                <a:effectLst/>
                <a:latin typeface="Calibri" panose="020F0502020204030204" pitchFamily="34" charset="0"/>
                <a:ea typeface="Calibri" panose="020F0502020204030204" pitchFamily="34" charset="0"/>
                <a:cs typeface="Calibri" panose="020F0502020204030204" pitchFamily="34" charset="0"/>
              </a:rPr>
              <a:t>Syntax for Wait():</a:t>
            </a:r>
            <a:endParaRPr kumimoji="0" lang="en-US" altLang="en-US" b="0" i="0" u="none" strike="noStrike" cap="none" normalizeH="0" baseline="0" dirty="0">
              <a:ln>
                <a:noFill/>
              </a:ln>
              <a:solidFill>
                <a:srgbClr val="282828"/>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82828"/>
                </a:solidFill>
                <a:effectLst/>
                <a:latin typeface="Calibri" panose="020F0502020204030204" pitchFamily="34" charset="0"/>
                <a:ea typeface="Calibri" panose="020F0502020204030204" pitchFamily="34" charset="0"/>
                <a:cs typeface="Calibri" panose="020F0502020204030204" pitchFamily="34" charset="0"/>
              </a:rPr>
              <a:t>signal(S) { S++; }</a:t>
            </a:r>
          </a:p>
          <a:p>
            <a:endParaRPr lang="en-IN" dirty="0"/>
          </a:p>
          <a:p>
            <a:endParaRPr lang="en-IN" dirty="0"/>
          </a:p>
        </p:txBody>
      </p:sp>
    </p:spTree>
    <p:extLst>
      <p:ext uri="{BB962C8B-B14F-4D97-AF65-F5344CB8AC3E}">
        <p14:creationId xmlns:p14="http://schemas.microsoft.com/office/powerpoint/2010/main" val="38113066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5BA1D-89FB-1805-4E3D-C3B132FA9527}"/>
              </a:ext>
            </a:extLst>
          </p:cNvPr>
          <p:cNvSpPr>
            <a:spLocks noGrp="1"/>
          </p:cNvSpPr>
          <p:nvPr>
            <p:ph type="title"/>
          </p:nvPr>
        </p:nvSpPr>
        <p:spPr>
          <a:xfrm>
            <a:off x="1069848" y="484632"/>
            <a:ext cx="10058400" cy="935954"/>
          </a:xfrm>
        </p:spPr>
        <p:txBody>
          <a:bodyPr>
            <a:normAutofit/>
          </a:bodyPr>
          <a:lstStyle/>
          <a:p>
            <a:r>
              <a:rPr lang="en-IN" sz="3600" dirty="0"/>
              <a:t>PROCESS SYNCHRONIZATION</a:t>
            </a:r>
          </a:p>
        </p:txBody>
      </p:sp>
      <p:sp>
        <p:nvSpPr>
          <p:cNvPr id="6" name="AutoShape 2" descr="approaches for inter process communication.">
            <a:extLst>
              <a:ext uri="{FF2B5EF4-FFF2-40B4-BE49-F238E27FC236}">
                <a16:creationId xmlns:a16="http://schemas.microsoft.com/office/drawing/2014/main" id="{CA63C159-DA25-3DEB-DEA3-662AC9EC4E3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approaches for inter process communication.">
            <a:extLst>
              <a:ext uri="{FF2B5EF4-FFF2-40B4-BE49-F238E27FC236}">
                <a16:creationId xmlns:a16="http://schemas.microsoft.com/office/drawing/2014/main" id="{F5464E14-EF65-1A05-D6E4-E572FBA9F20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1">
            <a:extLst>
              <a:ext uri="{FF2B5EF4-FFF2-40B4-BE49-F238E27FC236}">
                <a16:creationId xmlns:a16="http://schemas.microsoft.com/office/drawing/2014/main" id="{E53F482B-6C64-1867-2718-AF8929252952}"/>
              </a:ext>
            </a:extLst>
          </p:cNvPr>
          <p:cNvSpPr>
            <a:spLocks noChangeArrowheads="1"/>
          </p:cNvSpPr>
          <p:nvPr/>
        </p:nvSpPr>
        <p:spPr bwMode="auto">
          <a:xfrm>
            <a:off x="0" y="94908"/>
            <a:ext cx="0" cy="26738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522" tIns="0" rIns="-9522" bIns="-952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A3B03308-488A-0084-D9FE-9BF8A1E50AD7}"/>
              </a:ext>
            </a:extLst>
          </p:cNvPr>
          <p:cNvSpPr>
            <a:spLocks noChangeArrowheads="1"/>
          </p:cNvSpPr>
          <p:nvPr/>
        </p:nvSpPr>
        <p:spPr bwMode="auto">
          <a:xfrm>
            <a:off x="0" y="67017"/>
            <a:ext cx="184731" cy="3231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6EC7E9FD-DE0D-35FE-4034-581DCD1068E4}"/>
              </a:ext>
            </a:extLst>
          </p:cNvPr>
          <p:cNvSpPr txBox="1"/>
          <p:nvPr/>
        </p:nvSpPr>
        <p:spPr>
          <a:xfrm>
            <a:off x="986694" y="2205588"/>
            <a:ext cx="10523411" cy="2446824"/>
          </a:xfrm>
          <a:prstGeom prst="rect">
            <a:avLst/>
          </a:prstGeom>
          <a:noFill/>
        </p:spPr>
        <p:txBody>
          <a:bodyPr wrap="square" rtlCol="0">
            <a:spAutoFit/>
          </a:bodyPr>
          <a:lstStyle/>
          <a:p>
            <a:pPr algn="just"/>
            <a:r>
              <a:rPr lang="en-IN" sz="2400" b="1" dirty="0">
                <a:latin typeface="Calibri" panose="020F0502020204030204" pitchFamily="34" charset="0"/>
                <a:ea typeface="Calibri" panose="020F0502020204030204" pitchFamily="34" charset="0"/>
                <a:cs typeface="Calibri" panose="020F0502020204030204" pitchFamily="34" charset="0"/>
              </a:rPr>
              <a:t>BINARY SEMAPHORE</a:t>
            </a:r>
          </a:p>
          <a:p>
            <a:pPr algn="just"/>
            <a:endParaRPr lang="en-IN" sz="900" b="1" dirty="0">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In these types of Semaphores the integer value of the semaphore can only be either 0 or 1. If the value of the Semaphore is 1, it means that the process can proceed to the critical section (the common section that the processes need to access). However, if the value of the binary semaphore is 0, then the process cannot continue to the critical section of the code.</a:t>
            </a:r>
            <a:endParaRPr kumimoji="0" lang="en-US" altLang="en-US" sz="2400" i="0" u="none" strike="noStrike" cap="none" normalizeH="0" baseline="0" dirty="0">
              <a:ln>
                <a:noFill/>
              </a:ln>
              <a:solidFill>
                <a:srgbClr val="282828"/>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4" name="Rectangle 1">
            <a:extLst>
              <a:ext uri="{FF2B5EF4-FFF2-40B4-BE49-F238E27FC236}">
                <a16:creationId xmlns:a16="http://schemas.microsoft.com/office/drawing/2014/main" id="{189F8451-0BA6-7ECA-9CF1-B16622CED544}"/>
              </a:ext>
            </a:extLst>
          </p:cNvPr>
          <p:cNvSpPr>
            <a:spLocks noChangeArrowheads="1"/>
          </p:cNvSpPr>
          <p:nvPr/>
        </p:nvSpPr>
        <p:spPr bwMode="auto">
          <a:xfrm>
            <a:off x="0" y="-38099"/>
            <a:ext cx="184731"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2539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576020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5BA1D-89FB-1805-4E3D-C3B132FA9527}"/>
              </a:ext>
            </a:extLst>
          </p:cNvPr>
          <p:cNvSpPr>
            <a:spLocks noGrp="1"/>
          </p:cNvSpPr>
          <p:nvPr>
            <p:ph type="title"/>
          </p:nvPr>
        </p:nvSpPr>
        <p:spPr>
          <a:xfrm>
            <a:off x="1069848" y="484632"/>
            <a:ext cx="10058400" cy="935954"/>
          </a:xfrm>
        </p:spPr>
        <p:txBody>
          <a:bodyPr>
            <a:normAutofit/>
          </a:bodyPr>
          <a:lstStyle/>
          <a:p>
            <a:r>
              <a:rPr lang="en-IN" sz="3600" dirty="0"/>
              <a:t>PROCESS SYNCHRONIZATION</a:t>
            </a:r>
          </a:p>
        </p:txBody>
      </p:sp>
      <p:sp>
        <p:nvSpPr>
          <p:cNvPr id="6" name="AutoShape 2" descr="approaches for inter process communication.">
            <a:extLst>
              <a:ext uri="{FF2B5EF4-FFF2-40B4-BE49-F238E27FC236}">
                <a16:creationId xmlns:a16="http://schemas.microsoft.com/office/drawing/2014/main" id="{CA63C159-DA25-3DEB-DEA3-662AC9EC4E3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approaches for inter process communication.">
            <a:extLst>
              <a:ext uri="{FF2B5EF4-FFF2-40B4-BE49-F238E27FC236}">
                <a16:creationId xmlns:a16="http://schemas.microsoft.com/office/drawing/2014/main" id="{F5464E14-EF65-1A05-D6E4-E572FBA9F20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1">
            <a:extLst>
              <a:ext uri="{FF2B5EF4-FFF2-40B4-BE49-F238E27FC236}">
                <a16:creationId xmlns:a16="http://schemas.microsoft.com/office/drawing/2014/main" id="{E53F482B-6C64-1867-2718-AF8929252952}"/>
              </a:ext>
            </a:extLst>
          </p:cNvPr>
          <p:cNvSpPr>
            <a:spLocks noChangeArrowheads="1"/>
          </p:cNvSpPr>
          <p:nvPr/>
        </p:nvSpPr>
        <p:spPr bwMode="auto">
          <a:xfrm>
            <a:off x="0" y="94908"/>
            <a:ext cx="0" cy="26738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522" tIns="0" rIns="-9522" bIns="-952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A3B03308-488A-0084-D9FE-9BF8A1E50AD7}"/>
              </a:ext>
            </a:extLst>
          </p:cNvPr>
          <p:cNvSpPr>
            <a:spLocks noChangeArrowheads="1"/>
          </p:cNvSpPr>
          <p:nvPr/>
        </p:nvSpPr>
        <p:spPr bwMode="auto">
          <a:xfrm>
            <a:off x="0" y="67017"/>
            <a:ext cx="184731" cy="3231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6EC7E9FD-DE0D-35FE-4034-581DCD1068E4}"/>
              </a:ext>
            </a:extLst>
          </p:cNvPr>
          <p:cNvSpPr txBox="1"/>
          <p:nvPr/>
        </p:nvSpPr>
        <p:spPr>
          <a:xfrm>
            <a:off x="1139093" y="1292545"/>
            <a:ext cx="10523411" cy="600164"/>
          </a:xfrm>
          <a:prstGeom prst="rect">
            <a:avLst/>
          </a:prstGeom>
          <a:noFill/>
        </p:spPr>
        <p:txBody>
          <a:bodyPr wrap="square" rtlCol="0">
            <a:spAutoFit/>
          </a:bodyPr>
          <a:lstStyle/>
          <a:p>
            <a:pPr algn="just"/>
            <a:r>
              <a:rPr lang="en-IN" sz="2400" b="1" dirty="0">
                <a:latin typeface="Calibri" panose="020F0502020204030204" pitchFamily="34" charset="0"/>
                <a:ea typeface="Calibri" panose="020F0502020204030204" pitchFamily="34" charset="0"/>
                <a:cs typeface="Calibri" panose="020F0502020204030204" pitchFamily="34" charset="0"/>
              </a:rPr>
              <a:t>BINARY SEMAPHORE</a:t>
            </a:r>
          </a:p>
          <a:p>
            <a:pPr algn="just"/>
            <a:endParaRPr lang="en-IN" sz="900" b="1" dirty="0">
              <a:latin typeface="Calibri" panose="020F0502020204030204" pitchFamily="34" charset="0"/>
              <a:ea typeface="Calibri" panose="020F0502020204030204" pitchFamily="34" charset="0"/>
              <a:cs typeface="Calibri" panose="020F0502020204030204" pitchFamily="34" charset="0"/>
            </a:endParaRPr>
          </a:p>
        </p:txBody>
      </p:sp>
      <p:sp>
        <p:nvSpPr>
          <p:cNvPr id="4" name="Rectangle 1">
            <a:extLst>
              <a:ext uri="{FF2B5EF4-FFF2-40B4-BE49-F238E27FC236}">
                <a16:creationId xmlns:a16="http://schemas.microsoft.com/office/drawing/2014/main" id="{189F8451-0BA6-7ECA-9CF1-B16622CED544}"/>
              </a:ext>
            </a:extLst>
          </p:cNvPr>
          <p:cNvSpPr>
            <a:spLocks noChangeArrowheads="1"/>
          </p:cNvSpPr>
          <p:nvPr/>
        </p:nvSpPr>
        <p:spPr bwMode="auto">
          <a:xfrm>
            <a:off x="0" y="-38099"/>
            <a:ext cx="184731"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2539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4" name="Picture 13">
            <a:extLst>
              <a:ext uri="{FF2B5EF4-FFF2-40B4-BE49-F238E27FC236}">
                <a16:creationId xmlns:a16="http://schemas.microsoft.com/office/drawing/2014/main" id="{01F079EC-01B1-15DC-7767-57FF135F73B1}"/>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100000"/>
                    </a14:imgEffect>
                    <a14:imgEffect>
                      <a14:brightnessContrast bright="53000" contrast="91000"/>
                    </a14:imgEffect>
                  </a14:imgLayer>
                </a14:imgProps>
              </a:ext>
            </a:extLst>
          </a:blip>
          <a:stretch>
            <a:fillRect/>
          </a:stretch>
        </p:blipFill>
        <p:spPr>
          <a:xfrm rot="16200000">
            <a:off x="4196887" y="-1369680"/>
            <a:ext cx="4448979" cy="10703056"/>
          </a:xfrm>
          <a:prstGeom prst="rect">
            <a:avLst/>
          </a:prstGeom>
          <a:noFill/>
        </p:spPr>
      </p:pic>
    </p:spTree>
    <p:extLst>
      <p:ext uri="{BB962C8B-B14F-4D97-AF65-F5344CB8AC3E}">
        <p14:creationId xmlns:p14="http://schemas.microsoft.com/office/powerpoint/2010/main" val="17737135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5BA1D-89FB-1805-4E3D-C3B132FA9527}"/>
              </a:ext>
            </a:extLst>
          </p:cNvPr>
          <p:cNvSpPr>
            <a:spLocks noGrp="1"/>
          </p:cNvSpPr>
          <p:nvPr>
            <p:ph type="title"/>
          </p:nvPr>
        </p:nvSpPr>
        <p:spPr>
          <a:xfrm>
            <a:off x="1069848" y="484632"/>
            <a:ext cx="10058400" cy="935954"/>
          </a:xfrm>
        </p:spPr>
        <p:txBody>
          <a:bodyPr>
            <a:normAutofit/>
          </a:bodyPr>
          <a:lstStyle/>
          <a:p>
            <a:r>
              <a:rPr lang="en-IN" sz="3600" dirty="0"/>
              <a:t>PROCESS SYNCHRONIZATION</a:t>
            </a:r>
          </a:p>
        </p:txBody>
      </p:sp>
      <p:sp>
        <p:nvSpPr>
          <p:cNvPr id="6" name="AutoShape 2" descr="approaches for inter process communication.">
            <a:extLst>
              <a:ext uri="{FF2B5EF4-FFF2-40B4-BE49-F238E27FC236}">
                <a16:creationId xmlns:a16="http://schemas.microsoft.com/office/drawing/2014/main" id="{CA63C159-DA25-3DEB-DEA3-662AC9EC4E3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approaches for inter process communication.">
            <a:extLst>
              <a:ext uri="{FF2B5EF4-FFF2-40B4-BE49-F238E27FC236}">
                <a16:creationId xmlns:a16="http://schemas.microsoft.com/office/drawing/2014/main" id="{F5464E14-EF65-1A05-D6E4-E572FBA9F20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1">
            <a:extLst>
              <a:ext uri="{FF2B5EF4-FFF2-40B4-BE49-F238E27FC236}">
                <a16:creationId xmlns:a16="http://schemas.microsoft.com/office/drawing/2014/main" id="{E53F482B-6C64-1867-2718-AF8929252952}"/>
              </a:ext>
            </a:extLst>
          </p:cNvPr>
          <p:cNvSpPr>
            <a:spLocks noChangeArrowheads="1"/>
          </p:cNvSpPr>
          <p:nvPr/>
        </p:nvSpPr>
        <p:spPr bwMode="auto">
          <a:xfrm>
            <a:off x="0" y="94908"/>
            <a:ext cx="0" cy="26738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522" tIns="0" rIns="-9522" bIns="-952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A3B03308-488A-0084-D9FE-9BF8A1E50AD7}"/>
              </a:ext>
            </a:extLst>
          </p:cNvPr>
          <p:cNvSpPr>
            <a:spLocks noChangeArrowheads="1"/>
          </p:cNvSpPr>
          <p:nvPr/>
        </p:nvSpPr>
        <p:spPr bwMode="auto">
          <a:xfrm>
            <a:off x="0" y="67017"/>
            <a:ext cx="184731" cy="3231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6EC7E9FD-DE0D-35FE-4034-581DCD1068E4}"/>
              </a:ext>
            </a:extLst>
          </p:cNvPr>
          <p:cNvSpPr txBox="1"/>
          <p:nvPr/>
        </p:nvSpPr>
        <p:spPr>
          <a:xfrm>
            <a:off x="1139093" y="1292545"/>
            <a:ext cx="10523411" cy="600164"/>
          </a:xfrm>
          <a:prstGeom prst="rect">
            <a:avLst/>
          </a:prstGeom>
          <a:noFill/>
        </p:spPr>
        <p:txBody>
          <a:bodyPr wrap="square" rtlCol="0">
            <a:spAutoFit/>
          </a:bodyPr>
          <a:lstStyle/>
          <a:p>
            <a:pPr algn="just"/>
            <a:r>
              <a:rPr lang="en-IN" sz="2400" b="1" dirty="0">
                <a:latin typeface="Calibri" panose="020F0502020204030204" pitchFamily="34" charset="0"/>
                <a:ea typeface="Calibri" panose="020F0502020204030204" pitchFamily="34" charset="0"/>
                <a:cs typeface="Calibri" panose="020F0502020204030204" pitchFamily="34" charset="0"/>
              </a:rPr>
              <a:t>BINARY SEMAPHORE</a:t>
            </a:r>
          </a:p>
          <a:p>
            <a:pPr algn="just"/>
            <a:endParaRPr lang="en-IN" sz="900" b="1" dirty="0">
              <a:latin typeface="Calibri" panose="020F0502020204030204" pitchFamily="34" charset="0"/>
              <a:ea typeface="Calibri" panose="020F0502020204030204" pitchFamily="34" charset="0"/>
              <a:cs typeface="Calibri" panose="020F0502020204030204" pitchFamily="34" charset="0"/>
            </a:endParaRPr>
          </a:p>
        </p:txBody>
      </p:sp>
      <p:sp>
        <p:nvSpPr>
          <p:cNvPr id="4" name="Rectangle 1">
            <a:extLst>
              <a:ext uri="{FF2B5EF4-FFF2-40B4-BE49-F238E27FC236}">
                <a16:creationId xmlns:a16="http://schemas.microsoft.com/office/drawing/2014/main" id="{189F8451-0BA6-7ECA-9CF1-B16622CED544}"/>
              </a:ext>
            </a:extLst>
          </p:cNvPr>
          <p:cNvSpPr>
            <a:spLocks noChangeArrowheads="1"/>
          </p:cNvSpPr>
          <p:nvPr/>
        </p:nvSpPr>
        <p:spPr bwMode="auto">
          <a:xfrm>
            <a:off x="0" y="-38099"/>
            <a:ext cx="184731"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2539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F00B80E2-284C-533F-00E0-9C3DD4CB65EA}"/>
              </a:ext>
            </a:extLst>
          </p:cNvPr>
          <p:cNvPicPr>
            <a:picLocks noChangeAspect="1"/>
          </p:cNvPicPr>
          <p:nvPr/>
        </p:nvPicPr>
        <p:blipFill>
          <a:blip r:embed="rId2"/>
          <a:stretch>
            <a:fillRect/>
          </a:stretch>
        </p:blipFill>
        <p:spPr>
          <a:xfrm>
            <a:off x="1139093" y="1892708"/>
            <a:ext cx="10523411" cy="4679541"/>
          </a:xfrm>
          <a:prstGeom prst="rect">
            <a:avLst/>
          </a:prstGeom>
        </p:spPr>
      </p:pic>
    </p:spTree>
    <p:extLst>
      <p:ext uri="{BB962C8B-B14F-4D97-AF65-F5344CB8AC3E}">
        <p14:creationId xmlns:p14="http://schemas.microsoft.com/office/powerpoint/2010/main" val="3787419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5BA1D-89FB-1805-4E3D-C3B132FA9527}"/>
              </a:ext>
            </a:extLst>
          </p:cNvPr>
          <p:cNvSpPr>
            <a:spLocks noGrp="1"/>
          </p:cNvSpPr>
          <p:nvPr>
            <p:ph type="title"/>
          </p:nvPr>
        </p:nvSpPr>
        <p:spPr>
          <a:xfrm>
            <a:off x="1069848" y="484632"/>
            <a:ext cx="10058400" cy="935954"/>
          </a:xfrm>
        </p:spPr>
        <p:txBody>
          <a:bodyPr>
            <a:normAutofit/>
          </a:bodyPr>
          <a:lstStyle/>
          <a:p>
            <a:r>
              <a:rPr lang="en-IN" sz="3600" dirty="0"/>
              <a:t>PROCESS SYNCHRONIZATION</a:t>
            </a:r>
          </a:p>
        </p:txBody>
      </p:sp>
      <p:sp>
        <p:nvSpPr>
          <p:cNvPr id="6" name="AutoShape 2" descr="approaches for inter process communication.">
            <a:extLst>
              <a:ext uri="{FF2B5EF4-FFF2-40B4-BE49-F238E27FC236}">
                <a16:creationId xmlns:a16="http://schemas.microsoft.com/office/drawing/2014/main" id="{CA63C159-DA25-3DEB-DEA3-662AC9EC4E3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approaches for inter process communication.">
            <a:extLst>
              <a:ext uri="{FF2B5EF4-FFF2-40B4-BE49-F238E27FC236}">
                <a16:creationId xmlns:a16="http://schemas.microsoft.com/office/drawing/2014/main" id="{F5464E14-EF65-1A05-D6E4-E572FBA9F20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1">
            <a:extLst>
              <a:ext uri="{FF2B5EF4-FFF2-40B4-BE49-F238E27FC236}">
                <a16:creationId xmlns:a16="http://schemas.microsoft.com/office/drawing/2014/main" id="{E53F482B-6C64-1867-2718-AF8929252952}"/>
              </a:ext>
            </a:extLst>
          </p:cNvPr>
          <p:cNvSpPr>
            <a:spLocks noChangeArrowheads="1"/>
          </p:cNvSpPr>
          <p:nvPr/>
        </p:nvSpPr>
        <p:spPr bwMode="auto">
          <a:xfrm>
            <a:off x="0" y="94908"/>
            <a:ext cx="0" cy="26738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522" tIns="0" rIns="-9522" bIns="-952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A3B03308-488A-0084-D9FE-9BF8A1E50AD7}"/>
              </a:ext>
            </a:extLst>
          </p:cNvPr>
          <p:cNvSpPr>
            <a:spLocks noChangeArrowheads="1"/>
          </p:cNvSpPr>
          <p:nvPr/>
        </p:nvSpPr>
        <p:spPr bwMode="auto">
          <a:xfrm>
            <a:off x="0" y="67017"/>
            <a:ext cx="184731" cy="3231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6EC7E9FD-DE0D-35FE-4034-581DCD1068E4}"/>
              </a:ext>
            </a:extLst>
          </p:cNvPr>
          <p:cNvSpPr txBox="1"/>
          <p:nvPr/>
        </p:nvSpPr>
        <p:spPr>
          <a:xfrm>
            <a:off x="1139093" y="1292545"/>
            <a:ext cx="10523411" cy="4662815"/>
          </a:xfrm>
          <a:prstGeom prst="rect">
            <a:avLst/>
          </a:prstGeom>
          <a:noFill/>
        </p:spPr>
        <p:txBody>
          <a:bodyPr wrap="square" rtlCol="0">
            <a:spAutoFit/>
          </a:bodyPr>
          <a:lstStyle/>
          <a:p>
            <a:pPr algn="just"/>
            <a:r>
              <a:rPr lang="en-IN" sz="2400" b="1" dirty="0">
                <a:latin typeface="Calibri" panose="020F0502020204030204" pitchFamily="34" charset="0"/>
                <a:ea typeface="Calibri" panose="020F0502020204030204" pitchFamily="34" charset="0"/>
                <a:cs typeface="Calibri" panose="020F0502020204030204" pitchFamily="34" charset="0"/>
              </a:rPr>
              <a:t>COUNTING SEMAPHORE</a:t>
            </a:r>
          </a:p>
          <a:p>
            <a:pPr algn="just"/>
            <a:endParaRPr lang="en-IN" sz="2400" b="1" dirty="0">
              <a:latin typeface="Calibri" panose="020F0502020204030204" pitchFamily="34" charset="0"/>
              <a:ea typeface="Calibri" panose="020F0502020204030204" pitchFamily="34" charset="0"/>
              <a:cs typeface="Calibri" panose="020F0502020204030204" pitchFamily="34" charset="0"/>
            </a:endParaRPr>
          </a:p>
          <a:p>
            <a:pPr algn="just"/>
            <a:r>
              <a:rPr lang="en-US" sz="2400" dirty="0">
                <a:latin typeface="Calibri" panose="020F0502020204030204" pitchFamily="34" charset="0"/>
                <a:ea typeface="Calibri" panose="020F0502020204030204" pitchFamily="34" charset="0"/>
                <a:cs typeface="Calibri" panose="020F0502020204030204" pitchFamily="34" charset="0"/>
              </a:rPr>
              <a:t>Counting semaphores are signaling integers that can take on any integer value. Using these Semaphores we can coordinate access to resources and here the Semaphore count is the number of resources available. If the value of the Semaphore is anywhere above 0, processes can access the critical section or the shared resources. The number of processes that can access the resources/code is the value of the semaphore. However, if the value is 0, it means that there aren't any resources that are available or the critical section is already being accessed by a number of processes and cannot be accessed by more processes. Counting semaphores are generally used when the number of instances of a resource is more than 1, and multiple processes can access the resource.</a:t>
            </a:r>
            <a:endParaRPr lang="en-IN" sz="2400" dirty="0">
              <a:latin typeface="Calibri" panose="020F0502020204030204" pitchFamily="34" charset="0"/>
              <a:ea typeface="Calibri" panose="020F0502020204030204" pitchFamily="34" charset="0"/>
              <a:cs typeface="Calibri" panose="020F0502020204030204" pitchFamily="34" charset="0"/>
            </a:endParaRPr>
          </a:p>
          <a:p>
            <a:pPr algn="just"/>
            <a:endParaRPr lang="en-IN" sz="900" b="1" dirty="0">
              <a:latin typeface="Calibri" panose="020F0502020204030204" pitchFamily="34" charset="0"/>
              <a:ea typeface="Calibri" panose="020F0502020204030204" pitchFamily="34" charset="0"/>
              <a:cs typeface="Calibri" panose="020F0502020204030204" pitchFamily="34" charset="0"/>
            </a:endParaRPr>
          </a:p>
        </p:txBody>
      </p:sp>
      <p:sp>
        <p:nvSpPr>
          <p:cNvPr id="4" name="Rectangle 1">
            <a:extLst>
              <a:ext uri="{FF2B5EF4-FFF2-40B4-BE49-F238E27FC236}">
                <a16:creationId xmlns:a16="http://schemas.microsoft.com/office/drawing/2014/main" id="{189F8451-0BA6-7ECA-9CF1-B16622CED544}"/>
              </a:ext>
            </a:extLst>
          </p:cNvPr>
          <p:cNvSpPr>
            <a:spLocks noChangeArrowheads="1"/>
          </p:cNvSpPr>
          <p:nvPr/>
        </p:nvSpPr>
        <p:spPr bwMode="auto">
          <a:xfrm>
            <a:off x="0" y="-38099"/>
            <a:ext cx="184731"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2539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66071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TM03090434[[fn=Wood Type]]</Template>
  <TotalTime>707</TotalTime>
  <Words>4250</Words>
  <Application>Microsoft Office PowerPoint</Application>
  <PresentationFormat>Widescreen</PresentationFormat>
  <Paragraphs>564</Paragraphs>
  <Slides>46</Slides>
  <Notes>15</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46</vt:i4>
      </vt:variant>
    </vt:vector>
  </HeadingPairs>
  <TitlesOfParts>
    <vt:vector size="64" baseType="lpstr">
      <vt:lpstr>Arial</vt:lpstr>
      <vt:lpstr>Arimo</vt:lpstr>
      <vt:lpstr>Calibri</vt:lpstr>
      <vt:lpstr>Consolas</vt:lpstr>
      <vt:lpstr>Courier New</vt:lpstr>
      <vt:lpstr>Domine</vt:lpstr>
      <vt:lpstr>Droid Serif</vt:lpstr>
      <vt:lpstr>Google Sans</vt:lpstr>
      <vt:lpstr>inherit</vt:lpstr>
      <vt:lpstr>inter-regular</vt:lpstr>
      <vt:lpstr>Josefin Sans</vt:lpstr>
      <vt:lpstr>Muli</vt:lpstr>
      <vt:lpstr>Nunito</vt:lpstr>
      <vt:lpstr>Rockwell</vt:lpstr>
      <vt:lpstr>Rockwell Condensed</vt:lpstr>
      <vt:lpstr>times new roman</vt:lpstr>
      <vt:lpstr>Wingdings</vt:lpstr>
      <vt:lpstr>Wood Type</vt:lpstr>
      <vt:lpstr>Process Management (OS)</vt:lpstr>
      <vt:lpstr>Process Management</vt:lpstr>
      <vt:lpstr>Process Management</vt:lpstr>
      <vt:lpstr>Process Management</vt:lpstr>
      <vt:lpstr>Process Management</vt:lpstr>
      <vt:lpstr>Process Management</vt:lpstr>
      <vt:lpstr>Process Management</vt:lpstr>
      <vt:lpstr>Process Management</vt:lpstr>
      <vt:lpstr>Process Management</vt:lpstr>
      <vt:lpstr>Process Management</vt:lpstr>
      <vt:lpstr>Process Management</vt:lpstr>
      <vt:lpstr>Process Management</vt:lpstr>
      <vt:lpstr>Process Management</vt:lpstr>
      <vt:lpstr>Process Management</vt:lpstr>
      <vt:lpstr>Process Management  Context SWITCHING</vt:lpstr>
      <vt:lpstr>CPU SCHEDULING </vt:lpstr>
      <vt:lpstr>CPU SCHEDULING </vt:lpstr>
      <vt:lpstr>CPU SCHEDULING </vt:lpstr>
      <vt:lpstr>CPU SCHEDULING </vt:lpstr>
      <vt:lpstr>CPU SCHEDULING </vt:lpstr>
      <vt:lpstr>CPU SCHEDULING </vt:lpstr>
      <vt:lpstr>CPU SCHEDULING </vt:lpstr>
      <vt:lpstr>CPU SCHEDULING </vt:lpstr>
      <vt:lpstr>CPU SCHEDULING </vt:lpstr>
      <vt:lpstr>CPU SCHEDULING </vt:lpstr>
      <vt:lpstr>CPU SCHEDULING </vt:lpstr>
      <vt:lpstr>CPU SCHEDULING </vt:lpstr>
      <vt:lpstr>CPU SCHEDULING </vt:lpstr>
      <vt:lpstr>CPU SCHEDULING </vt:lpstr>
      <vt:lpstr>CPU SCHEDULING </vt:lpstr>
      <vt:lpstr>          Process Management   INTER PROCESS COMMUNICATION (IPC)  </vt:lpstr>
      <vt:lpstr>IPC </vt:lpstr>
      <vt:lpstr>Approaches FOR INTER PROCESS COMMUNICATION</vt:lpstr>
      <vt:lpstr>Approaches FOR INTER PROCESS COMMUNICATION</vt:lpstr>
      <vt:lpstr>Approaches FOR INTER PROCESS COMMUNICATION</vt:lpstr>
      <vt:lpstr>Approaches FOR INTER PROCESS COMMUNICATION</vt:lpstr>
      <vt:lpstr>PROCESS SYNCHRONIZATION</vt:lpstr>
      <vt:lpstr>PROCESS SYNCHRONIZATION</vt:lpstr>
      <vt:lpstr>PROCESS SYNCHRONIZATION</vt:lpstr>
      <vt:lpstr>PROCESS SYNCHRONIZATION</vt:lpstr>
      <vt:lpstr>PROCESS SYNCHRONIZATION</vt:lpstr>
      <vt:lpstr>PROCESS SYNCHRONIZATION</vt:lpstr>
      <vt:lpstr>PROCESS SYNCHRONIZATION</vt:lpstr>
      <vt:lpstr>PROCESS SYNCHRONIZATION</vt:lpstr>
      <vt:lpstr>PROCESS SYNCHRONIZATION</vt:lpstr>
      <vt:lpstr>PROCESS SYNCHRONIZATION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 Management (OS)</dc:title>
  <dc:creator>Sandeep Rana</dc:creator>
  <cp:lastModifiedBy>Sandeep Rana</cp:lastModifiedBy>
  <cp:revision>5</cp:revision>
  <dcterms:created xsi:type="dcterms:W3CDTF">2023-12-05T08:01:20Z</dcterms:created>
  <dcterms:modified xsi:type="dcterms:W3CDTF">2025-08-21T06:58:59Z</dcterms:modified>
</cp:coreProperties>
</file>